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führung" id="{3df63be4-bb00-246f-cf8a-5f29d54f5bbf}">
          <p14:sldIdLst>
            <p14:sldId id="256"/>
            <p14:sldId id="257"/>
          </p14:sldIdLst>
        </p14:section>
        <p14:section name="Los geht’s" id="{d65f1c6d-e167-adce-941b-806a34e3f844}">
          <p14:sldIdLst>
            <p14:sldId id="258"/>
            <p14:sldId id="259"/>
            <p14:sldId id="260"/>
            <p14:sldId id="261"/>
          </p14:sldIdLst>
        </p14:section>
        <p14:section name="Der Alltag" id="{9837f6af-c972-8101-2053-aa206cdc0632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Schritt für Schritt" id="{dd2ffd76-f44c-45e1-b69b-e3f53a6bcf90}">
          <p14:sldIdLst>
            <p14:sldId id="268"/>
            <p14:sldId id="269"/>
            <p14:sldId id="270"/>
            <p14:sldId id="271"/>
            <p14:sldId id="272"/>
          </p14:sldIdLst>
        </p14:section>
        <p14:section name="Rückblick &amp; Auswertung" id="{7a556da9-b8bc-77db-ef86-6e3182740692}">
          <p14:sldIdLst>
            <p14:sldId id="273"/>
            <p14:sldId id="274"/>
            <p14:sldId id="275"/>
            <p14:sldId id="276"/>
          </p14:sldIdLst>
        </p14:section>
        <p14:section name="Verwalten &amp; Einstellungen" id="{e54c7036-a860-b7be-ade5-925d1e10b5e6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10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0350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Titel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58521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99F6E4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99F6E4"/>
                </a:solidFill>
              </a:rPr>
              <a:t>Untertitel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">
    <p:bg>
      <p:bgPr>
        <a:solidFill>
          <a:srgbClr val="10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554480"/>
            <a:ext cx="2743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0" b="1" dirty="0">
                <a:solidFill>
                  <a:srgbClr val="14B8A6"/>
                </a:solidFill>
              </a:defRPr>
            </a:lvl1pPr>
          </a:lstStyle>
          <a:p>
            <a:pPr algn="l" indent="0" marL="0">
              <a:buNone/>
            </a:pPr>
            <a:r>
              <a:rPr lang="en-US" sz="8000" b="1" dirty="0">
                <a:solidFill>
                  <a:srgbClr val="14B8A6"/>
                </a:solidFill>
              </a:rPr>
              <a:t>01</a:t>
            </a: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834640"/>
            <a:ext cx="67665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Kapitel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99F6E4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99F6E4"/>
                </a:solidFill>
              </a:rPr>
              <a:t>Beschreibung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25E"/>
                </a:solidFill>
              </a:rPr>
              <a:t>SuperDaily · Anleitung · Version 5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66751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0302B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10302B"/>
                </a:solidFill>
              </a:rPr>
              <a:t>Titel</a:t>
            </a:r>
            <a:endParaRPr lang="en-US" sz="3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097280"/>
            <a:ext cx="66751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0F5F56"/>
                </a:solidFill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0F5F56"/>
                </a:solidFill>
              </a:rPr>
              <a:t>Untertitel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DUNKEL">
    <p:bg>
      <p:bgPr>
        <a:solidFill>
          <a:srgbClr val="10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58521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Titel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58521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99F6E4"/>
                </a:solidFill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99F6E4"/>
                </a:solidFill>
              </a:rPr>
              <a:t>Untertitel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9F6E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IT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25E"/>
                </a:solidFill>
              </a:rPr>
              <a:t>SuperDaily · Anleitung · Version 5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0302B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10302B"/>
                </a:solidFill>
              </a:rPr>
              <a:t>Titel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SuperDaily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Die Anleitung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99F6E4"/>
                </a:solidFill>
              </a:rPr>
              <a:t>Eure täglichen Routinen, gemeinsam abgehakt.</a:t>
            </a:r>
            <a:endParaRPr lang="en-US" sz="20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B8A6"/>
                </a:solidFill>
              </a:rPr>
              <a:t>Version 5 · 26. Oktober 2026</a:t>
            </a:r>
            <a:endParaRPr lang="en-US" sz="2000" dirty="0"/>
          </a:p>
        </p:txBody>
      </p:sp>
      <p:sp>
        <p:nvSpPr>
          <p:cNvPr id="4" name="Icon-Kreis"/>
          <p:cNvSpPr/>
          <p:nvPr/>
        </p:nvSpPr>
        <p:spPr>
          <a:xfrm>
            <a:off x="731520" y="1234440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342" y="1407262"/>
            <a:ext cx="294437" cy="294437"/>
          </a:xfrm>
          <a:prstGeom prst="rect">
            <a:avLst/>
          </a:prstGeom>
        </p:spPr>
      </p:pic>
      <p:pic>
        <p:nvPicPr>
          <p:cNvPr id="6" name="Screenshot" descr="Heute im Dunkelmod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685800"/>
            <a:ext cx="2842211" cy="5486400"/>
          </a:xfrm>
          <a:prstGeom prst="rect">
            <a:avLst/>
          </a:prstGeom>
        </p:spPr>
      </p:pic>
      <p:pic>
        <p:nvPicPr>
          <p:cNvPr id="7" name="Screenshot" descr="Heute hel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685800"/>
            <a:ext cx="2842211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302B"/>
                </a:solidFill>
              </a:rPr>
              <a:t>Sechs Bereiche, ein Ziel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F5F56"/>
                </a:solidFill>
              </a:rPr>
              <a:t>Unten in der App wechselst du zwischen den Bereichen</a:t>
            </a:r>
            <a:endParaRPr lang="en-US" sz="1700" dirty="0"/>
          </a:p>
        </p:txBody>
      </p:sp>
      <p:sp>
        <p:nvSpPr>
          <p:cNvPr id="4" name="Karte"/>
          <p:cNvSpPr/>
          <p:nvPr/>
        </p:nvSpPr>
        <p:spPr>
          <a:xfrm>
            <a:off x="548640" y="1783080"/>
            <a:ext cx="3520440" cy="196596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5" name="Icon-Kreis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031" y="2210471"/>
            <a:ext cx="260787" cy="2607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43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0302B"/>
                </a:solidFill>
              </a:rPr>
              <a:t>Heute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Routinen des Tages abhaken, als Liste oder als Kacheln mit Fortschrittsringen</a:t>
            </a:r>
            <a:endParaRPr lang="en-US" sz="2000" dirty="0"/>
          </a:p>
        </p:txBody>
      </p:sp>
      <p:sp>
        <p:nvSpPr>
          <p:cNvPr id="8" name="Karte"/>
          <p:cNvSpPr/>
          <p:nvPr/>
        </p:nvSpPr>
        <p:spPr>
          <a:xfrm>
            <a:off x="4343400" y="1783080"/>
            <a:ext cx="3520440" cy="196596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9" name="Icon-Kreis"/>
          <p:cNvSpPr/>
          <p:nvPr/>
        </p:nvSpPr>
        <p:spPr>
          <a:xfrm>
            <a:off x="4617720" y="2057400"/>
            <a:ext cx="566928" cy="5669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791" y="2210471"/>
            <a:ext cx="260787" cy="26078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743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0302B"/>
                </a:solidFill>
              </a:rPr>
              <a:t>Kalender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Tag, Woche, Monat oder freier Zeitraum mit Tagesquote und Quote je Routine</a:t>
            </a:r>
            <a:endParaRPr lang="en-US" sz="2000" dirty="0"/>
          </a:p>
        </p:txBody>
      </p:sp>
      <p:sp>
        <p:nvSpPr>
          <p:cNvPr id="12" name="Karte"/>
          <p:cNvSpPr/>
          <p:nvPr/>
        </p:nvSpPr>
        <p:spPr>
          <a:xfrm>
            <a:off x="8138160" y="1783080"/>
            <a:ext cx="3520440" cy="196596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13" name="Icon-Kreis"/>
          <p:cNvSpPr/>
          <p:nvPr/>
        </p:nvSpPr>
        <p:spPr>
          <a:xfrm>
            <a:off x="8412480" y="2057400"/>
            <a:ext cx="566928" cy="5669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551" y="2210471"/>
            <a:ext cx="260787" cy="26078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412480" y="2743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0302B"/>
                </a:solidFill>
              </a:rPr>
              <a:t>Raster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Routinen × Tage auf einen Blick, jedes Kästchen lässt sich abhaken</a:t>
            </a:r>
            <a:endParaRPr lang="en-US" sz="2000" dirty="0"/>
          </a:p>
        </p:txBody>
      </p:sp>
      <p:sp>
        <p:nvSpPr>
          <p:cNvPr id="16" name="Karte"/>
          <p:cNvSpPr/>
          <p:nvPr/>
        </p:nvSpPr>
        <p:spPr>
          <a:xfrm>
            <a:off x="548640" y="4023360"/>
            <a:ext cx="3520440" cy="196596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17" name="Icon-Kreis"/>
          <p:cNvSpPr/>
          <p:nvPr/>
        </p:nvSpPr>
        <p:spPr>
          <a:xfrm>
            <a:off x="822960" y="4297680"/>
            <a:ext cx="566928" cy="5669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031" y="4450751"/>
            <a:ext cx="260787" cy="26078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22960" y="4983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0302B"/>
                </a:solidFill>
              </a:rPr>
              <a:t>Statistik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Simon und Irina im Vergleich: Quote, perfekte Tage, Verläufe, Bereiche</a:t>
            </a:r>
            <a:endParaRPr lang="en-US" sz="2000" dirty="0"/>
          </a:p>
        </p:txBody>
      </p:sp>
      <p:sp>
        <p:nvSpPr>
          <p:cNvPr id="20" name="Karte"/>
          <p:cNvSpPr/>
          <p:nvPr/>
        </p:nvSpPr>
        <p:spPr>
          <a:xfrm>
            <a:off x="4343400" y="4023360"/>
            <a:ext cx="3520440" cy="196596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21" name="Icon-Kreis"/>
          <p:cNvSpPr/>
          <p:nvPr/>
        </p:nvSpPr>
        <p:spPr>
          <a:xfrm>
            <a:off x="4617720" y="4297680"/>
            <a:ext cx="566928" cy="5669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2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791" y="4450751"/>
            <a:ext cx="260787" cy="26078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617720" y="4983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0302B"/>
                </a:solidFill>
              </a:rPr>
              <a:t>Routinen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Nach Bereichen geordnet, mit Bereichs-Verwaltung und Archiv</a:t>
            </a:r>
            <a:endParaRPr lang="en-US" sz="2000" dirty="0"/>
          </a:p>
        </p:txBody>
      </p:sp>
      <p:sp>
        <p:nvSpPr>
          <p:cNvPr id="24" name="Karte"/>
          <p:cNvSpPr/>
          <p:nvPr/>
        </p:nvSpPr>
        <p:spPr>
          <a:xfrm>
            <a:off x="8138160" y="4023360"/>
            <a:ext cx="3520440" cy="196596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25" name="Icon-Kreis"/>
          <p:cNvSpPr/>
          <p:nvPr/>
        </p:nvSpPr>
        <p:spPr>
          <a:xfrm>
            <a:off x="8412480" y="4297680"/>
            <a:ext cx="566928" cy="5669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6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5551" y="4450751"/>
            <a:ext cx="260787" cy="26078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412480" y="4983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0302B"/>
                </a:solidFill>
              </a:rPr>
              <a:t>Mehr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Namen, Darstellung, Haushalts-Code, Sicherung, Version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5544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14B8A6"/>
                </a:solidFill>
              </a:rPr>
              <a:t>01</a:t>
            </a: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83464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Los geht’s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99F6E4"/>
                </a:solidFill>
              </a:rPr>
              <a:t>App aufs Handy legen, anmelden, Haushalt verbinden und die erste Routine anlegen</a:t>
            </a:r>
            <a:endParaRPr lang="en-US" sz="2000" dirty="0"/>
          </a:p>
        </p:txBody>
      </p:sp>
      <p:pic>
        <p:nvPicPr>
          <p:cNvPr id="5" name="Screenshot" descr="Los geht’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685800"/>
            <a:ext cx="2842211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302B"/>
                </a:solidFill>
              </a:rPr>
              <a:t>SuperDaily aufs Handy legen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F5F56"/>
                </a:solidFill>
              </a:rPr>
              <a:t>Einmal einrichten, danach startet die App wie jede andere</a:t>
            </a:r>
            <a:endParaRPr lang="en-US" sz="1700" dirty="0"/>
          </a:p>
        </p:txBody>
      </p:sp>
      <p:sp>
        <p:nvSpPr>
          <p:cNvPr id="4" name="Karte"/>
          <p:cNvSpPr/>
          <p:nvPr/>
        </p:nvSpPr>
        <p:spPr>
          <a:xfrm>
            <a:off x="548640" y="1783080"/>
            <a:ext cx="3200400" cy="352044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5" name="Icon-Kreis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031" y="2210471"/>
            <a:ext cx="260787" cy="2607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07568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0302B"/>
                </a:solidFill>
              </a:rPr>
              <a:t>iPhone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mit Safari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8036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0302B"/>
                </a:solidFill>
              </a:rPr>
              <a:t>Eure SuperDaily-Adresse in Safari öffnen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0302B"/>
                </a:solidFill>
              </a:rPr>
              <a:t>Unten auf „Teilen“ tippen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0302B"/>
                </a:solidFill>
              </a:rPr>
              <a:t>„Zum Home-Bildschirm“ wählen</a:t>
            </a:r>
            <a:endParaRPr lang="en-US" sz="1500" dirty="0"/>
          </a:p>
        </p:txBody>
      </p:sp>
      <p:sp>
        <p:nvSpPr>
          <p:cNvPr id="9" name="Karte"/>
          <p:cNvSpPr/>
          <p:nvPr/>
        </p:nvSpPr>
        <p:spPr>
          <a:xfrm>
            <a:off x="3977640" y="1783080"/>
            <a:ext cx="3200400" cy="352044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10" name="Icon-Kreis"/>
          <p:cNvSpPr/>
          <p:nvPr/>
        </p:nvSpPr>
        <p:spPr>
          <a:xfrm>
            <a:off x="4251960" y="2057400"/>
            <a:ext cx="566928" cy="5669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031" y="2210471"/>
            <a:ext cx="260787" cy="26078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937760" y="207568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0302B"/>
                </a:solidFill>
              </a:rPr>
              <a:t>Android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mit Chrome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251960" y="288036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0302B"/>
                </a:solidFill>
              </a:rPr>
              <a:t>Eure SuperDaily-Adresse in Chrome öffnen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0302B"/>
                </a:solidFill>
              </a:rPr>
              <a:t>Oben rechts das Menü ⋮ öffnen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0302B"/>
                </a:solidFill>
              </a:rPr>
              <a:t>„App installieren“ wählen</a:t>
            </a:r>
            <a:endParaRPr lang="en-US" sz="1500" dirty="0"/>
          </a:p>
        </p:txBody>
      </p:sp>
      <p:pic>
        <p:nvPicPr>
          <p:cNvPr id="14" name="Screenshot" descr="Anmeld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85800"/>
            <a:ext cx="2842211" cy="5486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302B"/>
                </a:solidFill>
              </a:rPr>
              <a:t>Anmelden &amp; Haushalt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F5F56"/>
                </a:solidFill>
              </a:rPr>
              <a:t>Ein Haushalt verbindet genau zwei Personen</a:t>
            </a:r>
            <a:endParaRPr lang="en-US" sz="1700" dirty="0"/>
          </a:p>
        </p:txBody>
      </p:sp>
      <p:sp>
        <p:nvSpPr>
          <p:cNvPr id="4" name="Nummer 1"/>
          <p:cNvSpPr/>
          <p:nvPr/>
        </p:nvSpPr>
        <p:spPr>
          <a:xfrm>
            <a:off x="548640" y="1783080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76479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Simon registriert sich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„Registrieren“ antippen, E-Mail und Passwort (mind. 6 Zeichen) eingeben</a:t>
            </a:r>
            <a:endParaRPr lang="en-US" sz="1700" dirty="0"/>
          </a:p>
        </p:txBody>
      </p:sp>
      <p:sp>
        <p:nvSpPr>
          <p:cNvPr id="7" name="Nummer 2"/>
          <p:cNvSpPr/>
          <p:nvPr/>
        </p:nvSpPr>
        <p:spPr>
          <a:xfrm>
            <a:off x="548640" y="2834640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834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81635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Haushalt anlegen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Namen prüfen, „Ich bin: Simon“ wählen und „Anlegen“ tippen</a:t>
            </a:r>
            <a:endParaRPr lang="en-US" sz="1700" dirty="0"/>
          </a:p>
        </p:txBody>
      </p:sp>
      <p:sp>
        <p:nvSpPr>
          <p:cNvPr id="10" name="Nummer 3"/>
          <p:cNvSpPr/>
          <p:nvPr/>
        </p:nvSpPr>
        <p:spPr>
          <a:xfrm>
            <a:off x="548640" y="3886200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86791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Code weitergeben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Der Haushalts-Code steht danach unter „Mehr“</a:t>
            </a:r>
            <a:endParaRPr lang="en-US" sz="1700" dirty="0"/>
          </a:p>
        </p:txBody>
      </p:sp>
      <p:sp>
        <p:nvSpPr>
          <p:cNvPr id="13" name="Nummer 4"/>
          <p:cNvSpPr/>
          <p:nvPr/>
        </p:nvSpPr>
        <p:spPr>
          <a:xfrm>
            <a:off x="548640" y="4937760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937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91947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Irina tritt bei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Auf ihrem Handy registrieren, „Mit Code beitreten“, Code eingeben, „Ich bin: Irina“</a:t>
            </a:r>
            <a:endParaRPr lang="en-US" sz="1700" dirty="0"/>
          </a:p>
        </p:txBody>
      </p:sp>
      <p:pic>
        <p:nvPicPr>
          <p:cNvPr id="16" name="Screenshot" descr="Haushalt anlegen oder beitret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777240"/>
            <a:ext cx="2771156" cy="5349240"/>
          </a:xfrm>
          <a:prstGeom prst="rect">
            <a:avLst/>
          </a:prstGeom>
        </p:spPr>
      </p:pic>
      <p:pic>
        <p:nvPicPr>
          <p:cNvPr id="17" name="Screenshot" descr="Haushalts-Code unter Meh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777240"/>
            <a:ext cx="2771156" cy="5349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302B"/>
                </a:solidFill>
              </a:rPr>
              <a:t>Die erste Routine in einer Sekunde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F5F56"/>
                </a:solidFill>
              </a:rPr>
              <a:t>Beim ersten Start schlägt SuperDaily Vorlagen vor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0302B"/>
                </a:solidFill>
              </a:rPr>
              <a:t>Tippe eine Vorlage an und sie ist sofort angelegt, samt passendem Bereich. Oder lege mit „Eigene Routine anlegen“ eine ganz eigene an.</a:t>
            </a:r>
            <a:endParaRPr lang="en-US" sz="1600" dirty="0"/>
          </a:p>
        </p:txBody>
      </p:sp>
      <p:sp>
        <p:nvSpPr>
          <p:cNvPr id="5" name="Karte"/>
          <p:cNvSpPr/>
          <p:nvPr/>
        </p:nvSpPr>
        <p:spPr>
          <a:xfrm>
            <a:off x="548640" y="2743200"/>
            <a:ext cx="3063240" cy="6858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6" name="Icon-Kreis"/>
          <p:cNvSpPr/>
          <p:nvPr/>
        </p:nvSpPr>
        <p:spPr>
          <a:xfrm>
            <a:off x="685800" y="2862072"/>
            <a:ext cx="448056" cy="448056"/>
          </a:xfrm>
          <a:prstGeom prst="ellipse">
            <a:avLst/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775" y="2983047"/>
            <a:ext cx="206106" cy="20610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61872" y="2743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02B"/>
                </a:solidFill>
              </a:rPr>
              <a:t>Glas Wasser nach dem Aufstehen</a:t>
            </a:r>
            <a:endParaRPr lang="en-US" sz="1400" dirty="0"/>
          </a:p>
        </p:txBody>
      </p:sp>
      <p:sp>
        <p:nvSpPr>
          <p:cNvPr id="9" name="Karte"/>
          <p:cNvSpPr/>
          <p:nvPr/>
        </p:nvSpPr>
        <p:spPr>
          <a:xfrm>
            <a:off x="3840480" y="2743200"/>
            <a:ext cx="3063240" cy="6858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10" name="Icon-Kreis"/>
          <p:cNvSpPr/>
          <p:nvPr/>
        </p:nvSpPr>
        <p:spPr>
          <a:xfrm>
            <a:off x="3977640" y="2862072"/>
            <a:ext cx="448056" cy="448056"/>
          </a:xfrm>
          <a:prstGeom prst="ellipse">
            <a:avLst/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615" y="2983047"/>
            <a:ext cx="206106" cy="20610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53712" y="2743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02B"/>
                </a:solidFill>
              </a:rPr>
              <a:t>Vitamine nehmen</a:t>
            </a:r>
            <a:endParaRPr lang="en-US" sz="1400" dirty="0"/>
          </a:p>
        </p:txBody>
      </p:sp>
      <p:sp>
        <p:nvSpPr>
          <p:cNvPr id="13" name="Karte"/>
          <p:cNvSpPr/>
          <p:nvPr/>
        </p:nvSpPr>
        <p:spPr>
          <a:xfrm>
            <a:off x="548640" y="3611880"/>
            <a:ext cx="3063240" cy="6858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14" name="Icon-Kreis"/>
          <p:cNvSpPr/>
          <p:nvPr/>
        </p:nvSpPr>
        <p:spPr>
          <a:xfrm>
            <a:off x="685800" y="3730752"/>
            <a:ext cx="448056" cy="448056"/>
          </a:xfrm>
          <a:prstGeom prst="ellipse">
            <a:avLst/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75" y="3851727"/>
            <a:ext cx="206106" cy="20610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61872" y="3611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02B"/>
                </a:solidFill>
              </a:rPr>
              <a:t>5 Minuten dehnen</a:t>
            </a:r>
            <a:endParaRPr lang="en-US" sz="1400" dirty="0"/>
          </a:p>
        </p:txBody>
      </p:sp>
      <p:sp>
        <p:nvSpPr>
          <p:cNvPr id="17" name="Karte"/>
          <p:cNvSpPr/>
          <p:nvPr/>
        </p:nvSpPr>
        <p:spPr>
          <a:xfrm>
            <a:off x="3840480" y="3611880"/>
            <a:ext cx="3063240" cy="6858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18" name="Icon-Kreis"/>
          <p:cNvSpPr/>
          <p:nvPr/>
        </p:nvSpPr>
        <p:spPr>
          <a:xfrm>
            <a:off x="3977640" y="3730752"/>
            <a:ext cx="448056" cy="448056"/>
          </a:xfrm>
          <a:prstGeom prst="ellipse">
            <a:avLst/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pic>
        <p:nvPicPr>
          <p:cNvPr id="19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615" y="3851727"/>
            <a:ext cx="206106" cy="20610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553712" y="3611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02B"/>
                </a:solidFill>
              </a:rPr>
              <a:t>10 Minuten spazieren</a:t>
            </a:r>
            <a:endParaRPr lang="en-US" sz="1400" dirty="0"/>
          </a:p>
        </p:txBody>
      </p:sp>
      <p:sp>
        <p:nvSpPr>
          <p:cNvPr id="21" name="Karte"/>
          <p:cNvSpPr/>
          <p:nvPr/>
        </p:nvSpPr>
        <p:spPr>
          <a:xfrm>
            <a:off x="548640" y="4480560"/>
            <a:ext cx="3063240" cy="6858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22" name="Icon-Kreis"/>
          <p:cNvSpPr/>
          <p:nvPr/>
        </p:nvSpPr>
        <p:spPr>
          <a:xfrm>
            <a:off x="685800" y="4599432"/>
            <a:ext cx="448056" cy="448056"/>
          </a:xfrm>
          <a:prstGeom prst="ellipse">
            <a:avLst/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pic>
        <p:nvPicPr>
          <p:cNvPr id="23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775" y="4720407"/>
            <a:ext cx="206106" cy="20610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61872" y="4480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02B"/>
                </a:solidFill>
              </a:rPr>
              <a:t>20 Seiten lesen</a:t>
            </a:r>
            <a:endParaRPr lang="en-US" sz="1400" dirty="0"/>
          </a:p>
        </p:txBody>
      </p:sp>
      <p:sp>
        <p:nvSpPr>
          <p:cNvPr id="25" name="Karte"/>
          <p:cNvSpPr/>
          <p:nvPr/>
        </p:nvSpPr>
        <p:spPr>
          <a:xfrm>
            <a:off x="3840480" y="4480560"/>
            <a:ext cx="3063240" cy="6858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26" name="Icon-Kreis"/>
          <p:cNvSpPr/>
          <p:nvPr/>
        </p:nvSpPr>
        <p:spPr>
          <a:xfrm>
            <a:off x="3977640" y="4599432"/>
            <a:ext cx="448056" cy="448056"/>
          </a:xfrm>
          <a:prstGeom prst="ellipse">
            <a:avLst/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pic>
        <p:nvPicPr>
          <p:cNvPr id="27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8615" y="4720407"/>
            <a:ext cx="206106" cy="20610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553712" y="4480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02B"/>
                </a:solidFill>
              </a:rPr>
              <a:t>Zahnseide</a:t>
            </a:r>
            <a:endParaRPr lang="en-US" sz="1400" dirty="0"/>
          </a:p>
        </p:txBody>
      </p:sp>
      <p:pic>
        <p:nvPicPr>
          <p:cNvPr id="29" name="Screenshot" descr="Willkommen mit Vorlage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0" y="685800"/>
            <a:ext cx="2842211" cy="5486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5544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14B8A6"/>
                </a:solidFill>
              </a:rPr>
              <a:t>02</a:t>
            </a: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83464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Der Alltag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99F6E4"/>
                </a:solidFill>
              </a:rPr>
              <a:t>Abhaken, Routinen anlegen und verstehen, wer was darf</a:t>
            </a:r>
            <a:endParaRPr lang="en-US" sz="2000" dirty="0"/>
          </a:p>
        </p:txBody>
      </p:sp>
      <p:pic>
        <p:nvPicPr>
          <p:cNvPr id="5" name="Screenshot" descr="Der Allta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685800"/>
            <a:ext cx="2842211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302B"/>
                </a:solidFill>
              </a:rPr>
              <a:t>Heute: dein Tag auf einen Blick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F5F56"/>
                </a:solidFill>
              </a:rPr>
              <a:t>Antippen = abgehakt. Nochmal antippen = rückgängig</a:t>
            </a:r>
            <a:endParaRPr lang="en-US" sz="1700" dirty="0"/>
          </a:p>
        </p:txBody>
      </p:sp>
      <p:sp>
        <p:nvSpPr>
          <p:cNvPr id="4" name="Nummer 1"/>
          <p:cNvSpPr/>
          <p:nvPr/>
        </p:nvSpPr>
        <p:spPr>
          <a:xfrm>
            <a:off x="548640" y="1783080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76479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Person wechseln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Die Kreise S und I oben rechts zeigen Simons oder Irinas Tag</a:t>
            </a:r>
            <a:endParaRPr lang="en-US" sz="1700" dirty="0"/>
          </a:p>
        </p:txBody>
      </p:sp>
      <p:sp>
        <p:nvSpPr>
          <p:cNvPr id="7" name="Nummer 2"/>
          <p:cNvSpPr/>
          <p:nvPr/>
        </p:nvSpPr>
        <p:spPr>
          <a:xfrm>
            <a:off x="3886200" y="1783080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8620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453128" y="176479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Liste oder Kacheln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Zwei Ansichten für denselben Tag</a:t>
            </a:r>
            <a:endParaRPr lang="en-US" sz="1700" dirty="0"/>
          </a:p>
        </p:txBody>
      </p:sp>
      <p:sp>
        <p:nvSpPr>
          <p:cNvPr id="10" name="Nummer 3"/>
          <p:cNvSpPr/>
          <p:nvPr/>
        </p:nvSpPr>
        <p:spPr>
          <a:xfrm>
            <a:off x="548640" y="3154680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313639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Tagesleiste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Die letzten 7 Tage. Vergessenes einfach nachträglich abhaken</a:t>
            </a:r>
            <a:endParaRPr lang="en-US" sz="1700" dirty="0"/>
          </a:p>
        </p:txBody>
      </p:sp>
      <p:sp>
        <p:nvSpPr>
          <p:cNvPr id="13" name="Nummer 4"/>
          <p:cNvSpPr/>
          <p:nvPr/>
        </p:nvSpPr>
        <p:spPr>
          <a:xfrm>
            <a:off x="3886200" y="3154680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86200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453128" y="313639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Fortschrittsring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Wie viel von heute schon geschafft ist</a:t>
            </a:r>
            <a:endParaRPr lang="en-US" sz="1700" dirty="0"/>
          </a:p>
        </p:txBody>
      </p:sp>
      <p:sp>
        <p:nvSpPr>
          <p:cNvPr id="16" name="Nummer 5"/>
          <p:cNvSpPr/>
          <p:nvPr/>
        </p:nvSpPr>
        <p:spPr>
          <a:xfrm>
            <a:off x="548640" y="4526280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526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450799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Bereich und Wiederholung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Unter jeder Routine, z. B. „Gesundheit · Täglich“</a:t>
            </a:r>
            <a:endParaRPr lang="en-US" sz="1700" dirty="0"/>
          </a:p>
        </p:txBody>
      </p:sp>
      <p:sp>
        <p:nvSpPr>
          <p:cNvPr id="19" name="Nummer 6"/>
          <p:cNvSpPr/>
          <p:nvPr/>
        </p:nvSpPr>
        <p:spPr>
          <a:xfrm>
            <a:off x="3886200" y="4526280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86200" y="4526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453128" y="450799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Flamme = Serie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Die Zahl zeigt, wie oft in Folge erledigt</a:t>
            </a:r>
            <a:endParaRPr lang="en-US" sz="1700" dirty="0"/>
          </a:p>
        </p:txBody>
      </p:sp>
      <p:sp>
        <p:nvSpPr>
          <p:cNvPr id="22" name="Karte"/>
          <p:cNvSpPr/>
          <p:nvPr/>
        </p:nvSpPr>
        <p:spPr>
          <a:xfrm>
            <a:off x="548640" y="5715000"/>
            <a:ext cx="6400800" cy="502920"/>
          </a:xfrm>
          <a:prstGeom prst="roundRect">
            <a:avLst>
              <a:gd name="adj" fmla="val 3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77240" y="571500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02B"/>
                </a:solidFill>
              </a:rPr>
              <a:t>Neue Routine: </a:t>
            </a:r>
            <a:pPr indent="0" marL="0">
              <a:buNone/>
            </a:pPr>
            <a:r>
              <a:rPr lang="en-US" sz="1400" dirty="0">
                <a:solidFill>
                  <a:srgbClr val="10302B"/>
                </a:solidFill>
              </a:rPr>
              <a:t>der runde + Knopf unten rechts</a:t>
            </a:r>
            <a:endParaRPr lang="en-US" sz="1400" dirty="0"/>
          </a:p>
        </p:txBody>
      </p:sp>
      <p:pic>
        <p:nvPicPr>
          <p:cNvPr id="24" name="Screenshot" descr="Heute als Lis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685800"/>
            <a:ext cx="2842211" cy="5486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302B"/>
                </a:solidFill>
              </a:rPr>
              <a:t>Kacheln und die andere Person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F5F56"/>
                </a:solidFill>
              </a:rPr>
              <a:t>Oben die Ringe für beide, darunter die Routinen</a:t>
            </a:r>
            <a:endParaRPr lang="en-US" sz="1700" dirty="0"/>
          </a:p>
        </p:txBody>
      </p:sp>
      <p:sp>
        <p:nvSpPr>
          <p:cNvPr id="4" name="Icon-Kreis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1931213"/>
            <a:ext cx="252374" cy="2523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7830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Zwei Fortschrittsringe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Wie weit ihr beide heute seid. Ring antippen wechselt zur Person.</a:t>
            </a:r>
            <a:endParaRPr lang="en-US" sz="1700" dirty="0"/>
          </a:p>
        </p:txBody>
      </p:sp>
      <p:sp>
        <p:nvSpPr>
          <p:cNvPr id="7" name="Icon-Kreis"/>
          <p:cNvSpPr/>
          <p:nvPr/>
        </p:nvSpPr>
        <p:spPr>
          <a:xfrm>
            <a:off x="548640" y="29260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3" y="3074213"/>
            <a:ext cx="252374" cy="25237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9260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Kachel antippen = abhaken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Jede Kachel zeigt Tageszeit, Titel und Serie.</a:t>
            </a:r>
            <a:endParaRPr lang="en-US" sz="1700" dirty="0"/>
          </a:p>
        </p:txBody>
      </p:sp>
      <p:sp>
        <p:nvSpPr>
          <p:cNvPr id="10" name="Icon-Kreis"/>
          <p:cNvSpPr/>
          <p:nvPr/>
        </p:nvSpPr>
        <p:spPr>
          <a:xfrm>
            <a:off x="548640" y="40690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4217213"/>
            <a:ext cx="252374" cy="25237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0160" y="406908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Tag der anderen Person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Du siehst alles. Abhaken kann die Person selbst, gemeinsame Routinen ihr beide.</a:t>
            </a:r>
            <a:endParaRPr lang="en-US" sz="1700" dirty="0"/>
          </a:p>
        </p:txBody>
      </p:sp>
      <p:pic>
        <p:nvPicPr>
          <p:cNvPr id="13" name="Screenshot" descr="Kachel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777240"/>
            <a:ext cx="2771156" cy="5349240"/>
          </a:xfrm>
          <a:prstGeom prst="rect">
            <a:avLst/>
          </a:prstGeom>
        </p:spPr>
      </p:pic>
      <p:pic>
        <p:nvPicPr>
          <p:cNvPr id="14" name="Screenshot" descr="Irinas Tag ansehe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777240"/>
            <a:ext cx="2771156" cy="5349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302B"/>
                </a:solidFill>
              </a:rPr>
              <a:t>Eine Routine anlegen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F5F56"/>
                </a:solidFill>
              </a:rPr>
              <a:t>+ antippen, ausfüllen, „Hinzufügen“</a:t>
            </a:r>
            <a:endParaRPr lang="en-US" sz="1700" dirty="0"/>
          </a:p>
        </p:txBody>
      </p:sp>
      <p:sp>
        <p:nvSpPr>
          <p:cNvPr id="4" name="Nummer 1"/>
          <p:cNvSpPr/>
          <p:nvPr/>
        </p:nvSpPr>
        <p:spPr>
          <a:xfrm>
            <a:off x="548640" y="1783080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76479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Titel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Selbst schreiben oder einen Vorschlag antippen</a:t>
            </a:r>
            <a:endParaRPr lang="en-US" sz="1700" dirty="0"/>
          </a:p>
        </p:txBody>
      </p:sp>
      <p:sp>
        <p:nvSpPr>
          <p:cNvPr id="7" name="Nummer 2"/>
          <p:cNvSpPr/>
          <p:nvPr/>
        </p:nvSpPr>
        <p:spPr>
          <a:xfrm>
            <a:off x="548640" y="2651760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63347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Tageszeit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Morgen, Tagsüber oder Abend</a:t>
            </a:r>
            <a:endParaRPr lang="en-US" sz="1700" dirty="0"/>
          </a:p>
        </p:txBody>
      </p:sp>
      <p:sp>
        <p:nvSpPr>
          <p:cNvPr id="10" name="Nummer 3"/>
          <p:cNvSpPr/>
          <p:nvPr/>
        </p:nvSpPr>
        <p:spPr>
          <a:xfrm>
            <a:off x="548640" y="3520440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520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50215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Bereich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z. B. Gesundheit, Sport oder ein eigener Bereich</a:t>
            </a:r>
            <a:endParaRPr lang="en-US" sz="1700" dirty="0"/>
          </a:p>
        </p:txBody>
      </p:sp>
      <p:sp>
        <p:nvSpPr>
          <p:cNvPr id="13" name="Nummer 4"/>
          <p:cNvSpPr/>
          <p:nvPr/>
        </p:nvSpPr>
        <p:spPr>
          <a:xfrm>
            <a:off x="548640" y="4389120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37083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Für wen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Du selbst, beide einzeln oder gemeinsam</a:t>
            </a:r>
            <a:endParaRPr lang="en-US" sz="1700" dirty="0"/>
          </a:p>
        </p:txBody>
      </p:sp>
      <p:sp>
        <p:nvSpPr>
          <p:cNvPr id="16" name="Nummer 5"/>
          <p:cNvSpPr/>
          <p:nvPr/>
        </p:nvSpPr>
        <p:spPr>
          <a:xfrm>
            <a:off x="548640" y="5257800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57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23951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Wiederholung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Täglich, Wochentage, alle X Tage, monatlich oder X-mal pro Woche</a:t>
            </a:r>
            <a:endParaRPr lang="en-US" sz="1700" dirty="0"/>
          </a:p>
        </p:txBody>
      </p:sp>
      <p:pic>
        <p:nvPicPr>
          <p:cNvPr id="19" name="Screenshot" descr="Formular ob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777240"/>
            <a:ext cx="2771156" cy="5349240"/>
          </a:xfrm>
          <a:prstGeom prst="rect">
            <a:avLst/>
          </a:prstGeom>
        </p:spPr>
      </p:pic>
      <p:pic>
        <p:nvPicPr>
          <p:cNvPr id="20" name="Screenshot" descr="Formular unt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777240"/>
            <a:ext cx="2771156" cy="5349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302B"/>
                </a:solidFill>
              </a:rPr>
              <a:t>Wie oft und für wen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F5F56"/>
                </a:solidFill>
              </a:rPr>
              <a:t>Die Optionen im Formular im Überblick</a:t>
            </a:r>
            <a:endParaRPr lang="en-US" sz="1700" dirty="0"/>
          </a:p>
        </p:txBody>
      </p:sp>
      <p:sp>
        <p:nvSpPr>
          <p:cNvPr id="4" name="Karte"/>
          <p:cNvSpPr/>
          <p:nvPr/>
        </p:nvSpPr>
        <p:spPr>
          <a:xfrm>
            <a:off x="548640" y="1783080"/>
            <a:ext cx="6766560" cy="4343400"/>
          </a:xfrm>
          <a:prstGeom prst="roundRect">
            <a:avLst>
              <a:gd name="adj" fmla="val 37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5F56"/>
                </a:solidFill>
              </a:rPr>
              <a:t>Wiederholung</a:t>
            </a:r>
            <a:endParaRPr lang="en-US" sz="1800" dirty="0"/>
          </a:p>
        </p:txBody>
      </p:sp>
      <p:sp>
        <p:nvSpPr>
          <p:cNvPr id="6" name="Chip"/>
          <p:cNvSpPr/>
          <p:nvPr/>
        </p:nvSpPr>
        <p:spPr>
          <a:xfrm>
            <a:off x="822960" y="2487168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87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02B"/>
                </a:solidFill>
              </a:rPr>
              <a:t>Täglich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24871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302B"/>
                </a:solidFill>
              </a:rPr>
              <a:t>jeden Tag</a:t>
            </a:r>
            <a:endParaRPr lang="en-US" sz="1400" dirty="0"/>
          </a:p>
        </p:txBody>
      </p:sp>
      <p:sp>
        <p:nvSpPr>
          <p:cNvPr id="9" name="Chip"/>
          <p:cNvSpPr/>
          <p:nvPr/>
        </p:nvSpPr>
        <p:spPr>
          <a:xfrm>
            <a:off x="822960" y="3172968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172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02B"/>
                </a:solidFill>
              </a:rPr>
              <a:t>Wochentage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31729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302B"/>
                </a:solidFill>
              </a:rPr>
              <a:t>nur an gewählten Tagen, z. B. Mo bis Fr</a:t>
            </a:r>
            <a:endParaRPr lang="en-US" sz="1400" dirty="0"/>
          </a:p>
        </p:txBody>
      </p:sp>
      <p:sp>
        <p:nvSpPr>
          <p:cNvPr id="12" name="Chip"/>
          <p:cNvSpPr/>
          <p:nvPr/>
        </p:nvSpPr>
        <p:spPr>
          <a:xfrm>
            <a:off x="822960" y="3858768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858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02B"/>
                </a:solidFill>
              </a:rPr>
              <a:t>Alle X Tage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38587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302B"/>
                </a:solidFill>
              </a:rPr>
              <a:t>alle 2 bis 30 Tage, gezählt ab heute</a:t>
            </a:r>
            <a:endParaRPr lang="en-US" sz="1400" dirty="0"/>
          </a:p>
        </p:txBody>
      </p:sp>
      <p:sp>
        <p:nvSpPr>
          <p:cNvPr id="15" name="Chip"/>
          <p:cNvSpPr/>
          <p:nvPr/>
        </p:nvSpPr>
        <p:spPr>
          <a:xfrm>
            <a:off x="822960" y="4544568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5445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02B"/>
                </a:solidFill>
              </a:rPr>
              <a:t>Monatlich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45445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302B"/>
                </a:solidFill>
              </a:rPr>
              <a:t>an einem festen Tag, in kurzen Monaten am Monatsletzten</a:t>
            </a:r>
            <a:endParaRPr lang="en-US" sz="1400" dirty="0"/>
          </a:p>
        </p:txBody>
      </p:sp>
      <p:sp>
        <p:nvSpPr>
          <p:cNvPr id="18" name="Chip"/>
          <p:cNvSpPr/>
          <p:nvPr/>
        </p:nvSpPr>
        <p:spPr>
          <a:xfrm>
            <a:off x="822960" y="5230368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2303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02B"/>
                </a:solidFill>
              </a:rPr>
              <a:t>X-mal pro Woche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834640" y="5230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302B"/>
                </a:solidFill>
              </a:rPr>
              <a:t>1 bis 6 Mal, die Tage wählst du frei</a:t>
            </a:r>
            <a:endParaRPr lang="en-US" sz="1400" dirty="0"/>
          </a:p>
        </p:txBody>
      </p:sp>
      <p:sp>
        <p:nvSpPr>
          <p:cNvPr id="21" name="Karte"/>
          <p:cNvSpPr/>
          <p:nvPr/>
        </p:nvSpPr>
        <p:spPr>
          <a:xfrm>
            <a:off x="7589520" y="1783080"/>
            <a:ext cx="4069080" cy="434340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86384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5F56"/>
                </a:solidFill>
              </a:rPr>
              <a:t>Für wen</a:t>
            </a:r>
            <a:endParaRPr lang="en-US" sz="1800" dirty="0"/>
          </a:p>
        </p:txBody>
      </p:sp>
      <p:sp>
        <p:nvSpPr>
          <p:cNvPr id="23" name="Chip"/>
          <p:cNvSpPr/>
          <p:nvPr/>
        </p:nvSpPr>
        <p:spPr>
          <a:xfrm>
            <a:off x="7863840" y="248716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0" y="24871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Ich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0" y="2395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302B"/>
                </a:solidFill>
              </a:rPr>
              <a:t>nur für dich</a:t>
            </a:r>
            <a:endParaRPr lang="en-US" sz="1400" dirty="0"/>
          </a:p>
        </p:txBody>
      </p:sp>
      <p:sp>
        <p:nvSpPr>
          <p:cNvPr id="26" name="Chip"/>
          <p:cNvSpPr/>
          <p:nvPr/>
        </p:nvSpPr>
        <p:spPr>
          <a:xfrm>
            <a:off x="7863840" y="349300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63840" y="34930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02B"/>
                </a:solidFill>
              </a:rPr>
              <a:t>Beide einzeln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0" y="34015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302B"/>
                </a:solidFill>
              </a:rPr>
              <a:t>jede Person hakt selbst ab</a:t>
            </a:r>
            <a:endParaRPr lang="en-US" sz="1400" dirty="0"/>
          </a:p>
        </p:txBody>
      </p:sp>
      <p:sp>
        <p:nvSpPr>
          <p:cNvPr id="29" name="Chip"/>
          <p:cNvSpPr/>
          <p:nvPr/>
        </p:nvSpPr>
        <p:spPr>
          <a:xfrm>
            <a:off x="7863840" y="449884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63840" y="44988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02B"/>
                </a:solidFill>
              </a:rPr>
              <a:t>Gemeinsam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0" y="44074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302B"/>
                </a:solidFill>
              </a:rPr>
              <a:t>ein Haken zählt für beide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863840" y="5486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3625E"/>
                </a:solidFill>
              </a:rPr>
              <a:t>Routinen nur für die andere Person legt diese selbst an.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302B"/>
                </a:solidFill>
              </a:rPr>
              <a:t>Wer darf was?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F5F56"/>
                </a:solidFill>
              </a:rPr>
              <a:t>Jedes Konto gehört fest zu einer Person</a:t>
            </a:r>
            <a:endParaRPr lang="en-US" sz="1700" dirty="0"/>
          </a:p>
        </p:txBody>
      </p:sp>
      <p:graphicFrame>
        <p:nvGraphicFramePr>
          <p:cNvPr id="13" name="Recht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3200400"/>
                <a:gridCol w="3749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Routine für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Sehen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Anlegen, ändern, archivieren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Abhaken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0302B"/>
                          </a:solidFill>
                        </a:rPr>
                        <a:t>Eine Person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302B"/>
                          </a:solidFill>
                        </a:rPr>
                        <a:t>beide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302B"/>
                          </a:solidFill>
                        </a:rPr>
                        <a:t>nur diese Person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302B"/>
                          </a:solidFill>
                        </a:rPr>
                        <a:t>nur diese Person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0302B"/>
                          </a:solidFill>
                        </a:rPr>
                        <a:t>Beide einzeln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302B"/>
                          </a:solidFill>
                        </a:rPr>
                        <a:t>beide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302B"/>
                          </a:solidFill>
                        </a:rPr>
                        <a:t>beide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302B"/>
                          </a:solidFill>
                        </a:rPr>
                        <a:t>jede Person ihren eigenen Haken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0302B"/>
                          </a:solidFill>
                        </a:rPr>
                        <a:t>Gemeinsam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302B"/>
                          </a:solidFill>
                        </a:rPr>
                        <a:t>beide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302B"/>
                          </a:solidFill>
                        </a:rPr>
                        <a:t>beide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302B"/>
                          </a:solidFill>
                        </a:rPr>
                        <a:t>beide, ein gemeinsamer Haken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Karte"/>
          <p:cNvSpPr/>
          <p:nvPr/>
        </p:nvSpPr>
        <p:spPr>
          <a:xfrm>
            <a:off x="548640" y="4434840"/>
            <a:ext cx="11064240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6" name="Icon-Kreis"/>
          <p:cNvSpPr/>
          <p:nvPr/>
        </p:nvSpPr>
        <p:spPr>
          <a:xfrm>
            <a:off x="822960" y="4800600"/>
            <a:ext cx="566928" cy="5669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031" y="4953671"/>
            <a:ext cx="260787" cy="26078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466344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Bereiche gehören euch beiden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Anlegen, umbenennen und entfernen kann jede Person. Ausgegraute Routinen gehören der anderen Person.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5544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14B8A6"/>
                </a:solidFill>
              </a:rPr>
              <a:t>03</a:t>
            </a: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83464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Schritt für Schritt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99F6E4"/>
                </a:solidFill>
              </a:rPr>
              <a:t>Neuer Bereich „Wir zwei“ und eine gemeinsame Routine für Simon und Irina</a:t>
            </a:r>
            <a:endParaRPr lang="en-US" sz="2000" dirty="0"/>
          </a:p>
        </p:txBody>
      </p:sp>
      <p:pic>
        <p:nvPicPr>
          <p:cNvPr id="5" name="Screenshot" descr="Schritt für Schrit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685800"/>
            <a:ext cx="2842211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302B"/>
                </a:solidFill>
              </a:rPr>
              <a:t>Schritt 1–4: Bereich anlegen</a:t>
            </a:r>
            <a:endParaRPr lang="en-US" sz="3200" dirty="0"/>
          </a:p>
        </p:txBody>
      </p:sp>
      <p:sp>
        <p:nvSpPr>
          <p:cNvPr id="3" name="Linie"/>
          <p:cNvSpPr/>
          <p:nvPr/>
        </p:nvSpPr>
        <p:spPr>
          <a:xfrm>
            <a:off x="777240" y="1252728"/>
            <a:ext cx="9326880" cy="54864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Nummer 1"/>
          <p:cNvSpPr/>
          <p:nvPr/>
        </p:nvSpPr>
        <p:spPr>
          <a:xfrm>
            <a:off x="548640" y="1051560"/>
            <a:ext cx="457200" cy="457200"/>
          </a:xfrm>
          <a:prstGeom prst="ellipse">
            <a:avLst/>
          </a:prstGeom>
          <a:solidFill>
            <a:srgbClr val="E11D4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0302B"/>
                </a:solidFill>
              </a:rPr>
              <a:t>Routinen öffnen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Unten in der Leiste auf „Routinen“ tippen.</a:t>
            </a:r>
            <a:endParaRPr lang="en-US" sz="1600" dirty="0"/>
          </a:p>
        </p:txBody>
      </p:sp>
      <p:pic>
        <p:nvPicPr>
          <p:cNvPr id="7" name="Screenshot" descr="Schritt 1: Routinen öffn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06040"/>
            <a:ext cx="1894808" cy="3657600"/>
          </a:xfrm>
          <a:prstGeom prst="rect">
            <a:avLst/>
          </a:prstGeom>
        </p:spPr>
      </p:pic>
      <p:sp>
        <p:nvSpPr>
          <p:cNvPr id="8" name="Nummer 2"/>
          <p:cNvSpPr/>
          <p:nvPr/>
        </p:nvSpPr>
        <p:spPr>
          <a:xfrm>
            <a:off x="3383280" y="1051560"/>
            <a:ext cx="457200" cy="457200"/>
          </a:xfrm>
          <a:prstGeom prst="ellipse">
            <a:avLst/>
          </a:prstGeom>
          <a:solidFill>
            <a:srgbClr val="E11D4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8328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16459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0302B"/>
                </a:solidFill>
              </a:rPr>
              <a:t>Bereiche öffnen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Oben rechts auf „Bereiche“ tippen.</a:t>
            </a:r>
            <a:endParaRPr lang="en-US" sz="1600" dirty="0"/>
          </a:p>
        </p:txBody>
      </p:sp>
      <p:pic>
        <p:nvPicPr>
          <p:cNvPr id="11" name="Screenshot" descr="Schritt 2: Bereiche öffn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606040"/>
            <a:ext cx="1894808" cy="3657600"/>
          </a:xfrm>
          <a:prstGeom prst="rect">
            <a:avLst/>
          </a:prstGeom>
        </p:spPr>
      </p:pic>
      <p:sp>
        <p:nvSpPr>
          <p:cNvPr id="12" name="Nummer 3"/>
          <p:cNvSpPr/>
          <p:nvPr/>
        </p:nvSpPr>
        <p:spPr>
          <a:xfrm>
            <a:off x="6217920" y="1051560"/>
            <a:ext cx="457200" cy="457200"/>
          </a:xfrm>
          <a:prstGeom prst="ellipse">
            <a:avLst/>
          </a:prstGeom>
          <a:solidFill>
            <a:srgbClr val="E11D4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1792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217920" y="16459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0302B"/>
                </a:solidFill>
              </a:rPr>
              <a:t>Namen eingeben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Unten den neuen Bereich eintippen, z. B. „Wir zwei“, dann „Anlegen“.</a:t>
            </a:r>
            <a:endParaRPr lang="en-US" sz="1600" dirty="0"/>
          </a:p>
        </p:txBody>
      </p:sp>
      <p:pic>
        <p:nvPicPr>
          <p:cNvPr id="15" name="Screenshot" descr="Schritt 3: Namen eingeb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06040"/>
            <a:ext cx="1894808" cy="3657600"/>
          </a:xfrm>
          <a:prstGeom prst="rect">
            <a:avLst/>
          </a:prstGeom>
        </p:spPr>
      </p:pic>
      <p:sp>
        <p:nvSpPr>
          <p:cNvPr id="16" name="Nummer 4"/>
          <p:cNvSpPr/>
          <p:nvPr/>
        </p:nvSpPr>
        <p:spPr>
          <a:xfrm>
            <a:off x="9052560" y="1051560"/>
            <a:ext cx="457200" cy="457200"/>
          </a:xfrm>
          <a:prstGeom prst="ellipse">
            <a:avLst/>
          </a:prstGeom>
          <a:solidFill>
            <a:srgbClr val="E11D4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05256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9052560" y="16459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0302B"/>
                </a:solidFill>
              </a:rPr>
              <a:t>Symbol wählen (optional)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Das Symbol links antippen. Jedes Tippen zeigt das nächste, bis es passt.</a:t>
            </a:r>
            <a:endParaRPr lang="en-US" sz="1600" dirty="0"/>
          </a:p>
        </p:txBody>
      </p:sp>
      <p:pic>
        <p:nvPicPr>
          <p:cNvPr id="19" name="Screenshot" descr="Schritt 4: Symbol wählen (optional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606040"/>
            <a:ext cx="1894808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302B"/>
                </a:solidFill>
              </a:rPr>
              <a:t>Schritt 5–8: Bereich anlegen · Gemeinsame Routine anlegen</a:t>
            </a:r>
            <a:endParaRPr lang="en-US" sz="3200" dirty="0"/>
          </a:p>
        </p:txBody>
      </p:sp>
      <p:sp>
        <p:nvSpPr>
          <p:cNvPr id="3" name="Linie"/>
          <p:cNvSpPr/>
          <p:nvPr/>
        </p:nvSpPr>
        <p:spPr>
          <a:xfrm>
            <a:off x="777240" y="1252728"/>
            <a:ext cx="9326880" cy="54864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Nummer 5"/>
          <p:cNvSpPr/>
          <p:nvPr/>
        </p:nvSpPr>
        <p:spPr>
          <a:xfrm>
            <a:off x="548640" y="1051560"/>
            <a:ext cx="457200" cy="457200"/>
          </a:xfrm>
          <a:prstGeom prst="ellipse">
            <a:avLst/>
          </a:prstGeom>
          <a:solidFill>
            <a:srgbClr val="E11D4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0302B"/>
                </a:solidFill>
              </a:rPr>
              <a:t>Fertig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Der Bereich gilt sofort für euch beide. Mit „Fertig“ schließen.</a:t>
            </a:r>
            <a:endParaRPr lang="en-US" sz="1600" dirty="0"/>
          </a:p>
        </p:txBody>
      </p:sp>
      <p:pic>
        <p:nvPicPr>
          <p:cNvPr id="7" name="Screenshot" descr="Schritt 5: Ferti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06040"/>
            <a:ext cx="1894808" cy="3657600"/>
          </a:xfrm>
          <a:prstGeom prst="rect">
            <a:avLst/>
          </a:prstGeom>
        </p:spPr>
      </p:pic>
      <p:sp>
        <p:nvSpPr>
          <p:cNvPr id="8" name="Nummer 6"/>
          <p:cNvSpPr/>
          <p:nvPr/>
        </p:nvSpPr>
        <p:spPr>
          <a:xfrm>
            <a:off x="3383280" y="1051560"/>
            <a:ext cx="457200" cy="457200"/>
          </a:xfrm>
          <a:prstGeom prst="ellipse">
            <a:avLst/>
          </a:prstGeom>
          <a:solidFill>
            <a:srgbClr val="E11D4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8328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16459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0302B"/>
                </a:solidFill>
              </a:rPr>
              <a:t>Neue Routine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Auf den runden +-Knopf unten rechts tippen.</a:t>
            </a:r>
            <a:endParaRPr lang="en-US" sz="1600" dirty="0"/>
          </a:p>
        </p:txBody>
      </p:sp>
      <p:pic>
        <p:nvPicPr>
          <p:cNvPr id="11" name="Screenshot" descr="Schritt 6: Neue Rout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606040"/>
            <a:ext cx="1894808" cy="3657600"/>
          </a:xfrm>
          <a:prstGeom prst="rect">
            <a:avLst/>
          </a:prstGeom>
        </p:spPr>
      </p:pic>
      <p:sp>
        <p:nvSpPr>
          <p:cNvPr id="12" name="Nummer 7"/>
          <p:cNvSpPr/>
          <p:nvPr/>
        </p:nvSpPr>
        <p:spPr>
          <a:xfrm>
            <a:off x="6217920" y="1051560"/>
            <a:ext cx="457200" cy="457200"/>
          </a:xfrm>
          <a:prstGeom prst="ellipse">
            <a:avLst/>
          </a:prstGeom>
          <a:solidFill>
            <a:srgbClr val="E11D4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1792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217920" y="16459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0302B"/>
                </a:solidFill>
              </a:rPr>
              <a:t>Titel und Tageszeit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Titel eintippen, z. B. „Zusammen kochen“, und die Tageszeit wählen.</a:t>
            </a:r>
            <a:endParaRPr lang="en-US" sz="1600" dirty="0"/>
          </a:p>
        </p:txBody>
      </p:sp>
      <p:pic>
        <p:nvPicPr>
          <p:cNvPr id="15" name="Screenshot" descr="Schritt 7: Titel und Tageszei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06040"/>
            <a:ext cx="1894808" cy="3657600"/>
          </a:xfrm>
          <a:prstGeom prst="rect">
            <a:avLst/>
          </a:prstGeom>
        </p:spPr>
      </p:pic>
      <p:sp>
        <p:nvSpPr>
          <p:cNvPr id="16" name="Nummer 8"/>
          <p:cNvSpPr/>
          <p:nvPr/>
        </p:nvSpPr>
        <p:spPr>
          <a:xfrm>
            <a:off x="9052560" y="1051560"/>
            <a:ext cx="457200" cy="457200"/>
          </a:xfrm>
          <a:prstGeom prst="ellipse">
            <a:avLst/>
          </a:prstGeom>
          <a:solidFill>
            <a:srgbClr val="E11D4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05256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9052560" y="16459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0302B"/>
                </a:solidFill>
              </a:rPr>
              <a:t>Bereich und „Gemeinsam“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Den neuen Bereich „Wir zwei“ wählen. Bei „Für wen“ auf „Gemeinsam“ tippen.</a:t>
            </a:r>
            <a:endParaRPr lang="en-US" sz="1600" dirty="0"/>
          </a:p>
        </p:txBody>
      </p:sp>
      <p:pic>
        <p:nvPicPr>
          <p:cNvPr id="19" name="Screenshot" descr="Schritt 8: Bereich und „Gemeinsam“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606040"/>
            <a:ext cx="1894808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302B"/>
                </a:solidFill>
              </a:rPr>
              <a:t>Schritt 9–12: Gemeinsame Routine anlegen · Abhaken</a:t>
            </a:r>
            <a:endParaRPr lang="en-US" sz="3200" dirty="0"/>
          </a:p>
        </p:txBody>
      </p:sp>
      <p:sp>
        <p:nvSpPr>
          <p:cNvPr id="3" name="Linie"/>
          <p:cNvSpPr/>
          <p:nvPr/>
        </p:nvSpPr>
        <p:spPr>
          <a:xfrm>
            <a:off x="777240" y="1252728"/>
            <a:ext cx="9326880" cy="54864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Nummer 9"/>
          <p:cNvSpPr/>
          <p:nvPr/>
        </p:nvSpPr>
        <p:spPr>
          <a:xfrm>
            <a:off x="548640" y="1051560"/>
            <a:ext cx="457200" cy="457200"/>
          </a:xfrm>
          <a:prstGeom prst="ellipse">
            <a:avLst/>
          </a:prstGeom>
          <a:solidFill>
            <a:srgbClr val="E11D4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0302B"/>
                </a:solidFill>
              </a:rPr>
              <a:t>Wiederholung, speichern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Wiederholung wählen, hier „Täglich“, dann auf „Hinzufügen“ tippen.</a:t>
            </a:r>
            <a:endParaRPr lang="en-US" sz="1600" dirty="0"/>
          </a:p>
        </p:txBody>
      </p:sp>
      <p:pic>
        <p:nvPicPr>
          <p:cNvPr id="7" name="Screenshot" descr="Schritt 9: Wiederholung, speicher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06040"/>
            <a:ext cx="1894808" cy="3657600"/>
          </a:xfrm>
          <a:prstGeom prst="rect">
            <a:avLst/>
          </a:prstGeom>
        </p:spPr>
      </p:pic>
      <p:sp>
        <p:nvSpPr>
          <p:cNvPr id="8" name="Nummer 10"/>
          <p:cNvSpPr/>
          <p:nvPr/>
        </p:nvSpPr>
        <p:spPr>
          <a:xfrm>
            <a:off x="3383280" y="1051560"/>
            <a:ext cx="457200" cy="457200"/>
          </a:xfrm>
          <a:prstGeom prst="ellipse">
            <a:avLst/>
          </a:prstGeom>
          <a:solidFill>
            <a:srgbClr val="E11D4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8328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10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16459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0302B"/>
                </a:solidFill>
              </a:rPr>
              <a:t>Kontrolle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Die Routine steht jetzt unter „Wir zwei“, rechts mit „Gemeinsam“.</a:t>
            </a:r>
            <a:endParaRPr lang="en-US" sz="1600" dirty="0"/>
          </a:p>
        </p:txBody>
      </p:sp>
      <p:pic>
        <p:nvPicPr>
          <p:cNvPr id="11" name="Screenshot" descr="Schritt 10: Kontrol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606040"/>
            <a:ext cx="1894808" cy="3657600"/>
          </a:xfrm>
          <a:prstGeom prst="rect">
            <a:avLst/>
          </a:prstGeom>
        </p:spPr>
      </p:pic>
      <p:sp>
        <p:nvSpPr>
          <p:cNvPr id="12" name="Nummer 11"/>
          <p:cNvSpPr/>
          <p:nvPr/>
        </p:nvSpPr>
        <p:spPr>
          <a:xfrm>
            <a:off x="6217920" y="1051560"/>
            <a:ext cx="457200" cy="457200"/>
          </a:xfrm>
          <a:prstGeom prst="ellipse">
            <a:avLst/>
          </a:prstGeom>
          <a:solidFill>
            <a:srgbClr val="E11D4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1792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11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217920" y="16459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0302B"/>
                </a:solidFill>
              </a:rPr>
              <a:t>In „Heute“ abhaken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Die Routine steht unter „Abend“. Zum Abhaken antippen.</a:t>
            </a:r>
            <a:endParaRPr lang="en-US" sz="1600" dirty="0"/>
          </a:p>
        </p:txBody>
      </p:sp>
      <p:pic>
        <p:nvPicPr>
          <p:cNvPr id="15" name="Screenshot" descr="Schritt 11: In „Heute“ abhak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06040"/>
            <a:ext cx="1894808" cy="3657600"/>
          </a:xfrm>
          <a:prstGeom prst="rect">
            <a:avLst/>
          </a:prstGeom>
        </p:spPr>
      </p:pic>
      <p:sp>
        <p:nvSpPr>
          <p:cNvPr id="16" name="Nummer 12"/>
          <p:cNvSpPr/>
          <p:nvPr/>
        </p:nvSpPr>
        <p:spPr>
          <a:xfrm>
            <a:off x="9052560" y="1051560"/>
            <a:ext cx="457200" cy="457200"/>
          </a:xfrm>
          <a:prstGeom prst="ellipse">
            <a:avLst/>
          </a:prstGeom>
          <a:solidFill>
            <a:srgbClr val="E11D4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05256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9052560" y="16459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0302B"/>
                </a:solidFill>
              </a:rPr>
              <a:t>Erledigt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Der Haken sitzt und zählt für Simon und Irina zugleich.</a:t>
            </a:r>
            <a:endParaRPr lang="en-US" sz="1600" dirty="0"/>
          </a:p>
        </p:txBody>
      </p:sp>
      <p:pic>
        <p:nvPicPr>
          <p:cNvPr id="19" name="Screenshot" descr="Schritt 12: Erledig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606040"/>
            <a:ext cx="1894808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302B"/>
                </a:solidFill>
              </a:rPr>
              <a:t>Schritt 13–14: Abhaken</a:t>
            </a:r>
            <a:endParaRPr lang="en-US" sz="3200" dirty="0"/>
          </a:p>
        </p:txBody>
      </p:sp>
      <p:sp>
        <p:nvSpPr>
          <p:cNvPr id="3" name="Linie"/>
          <p:cNvSpPr/>
          <p:nvPr/>
        </p:nvSpPr>
        <p:spPr>
          <a:xfrm>
            <a:off x="777240" y="1252728"/>
            <a:ext cx="2834640" cy="54864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Nummer 13"/>
          <p:cNvSpPr/>
          <p:nvPr/>
        </p:nvSpPr>
        <p:spPr>
          <a:xfrm>
            <a:off x="548640" y="1051560"/>
            <a:ext cx="457200" cy="457200"/>
          </a:xfrm>
          <a:prstGeom prst="ellipse">
            <a:avLst/>
          </a:prstGeom>
          <a:solidFill>
            <a:srgbClr val="E11D4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0302B"/>
                </a:solidFill>
              </a:rPr>
              <a:t>Zu Irina wechseln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Oben rechts auf den Kreis „I“ tippen, um Irinas Tag zu sehen.</a:t>
            </a:r>
            <a:endParaRPr lang="en-US" sz="1600" dirty="0"/>
          </a:p>
        </p:txBody>
      </p:sp>
      <p:pic>
        <p:nvPicPr>
          <p:cNvPr id="7" name="Screenshot" descr="Schritt 13: Zu Irina wechsel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06040"/>
            <a:ext cx="1894808" cy="3657600"/>
          </a:xfrm>
          <a:prstGeom prst="rect">
            <a:avLst/>
          </a:prstGeom>
        </p:spPr>
      </p:pic>
      <p:sp>
        <p:nvSpPr>
          <p:cNvPr id="8" name="Nummer 14"/>
          <p:cNvSpPr/>
          <p:nvPr/>
        </p:nvSpPr>
        <p:spPr>
          <a:xfrm>
            <a:off x="3383280" y="1051560"/>
            <a:ext cx="457200" cy="457200"/>
          </a:xfrm>
          <a:prstGeom prst="ellipse">
            <a:avLst/>
          </a:prstGeom>
          <a:solidFill>
            <a:srgbClr val="E11D4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8328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14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16459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0302B"/>
                </a:solidFill>
              </a:rPr>
              <a:t>Auch bei Irina erledigt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Irina muss nichts mehr tun. Gemeinsame Routinen dürfen beide abhaken.</a:t>
            </a:r>
            <a:endParaRPr lang="en-US" sz="1600" dirty="0"/>
          </a:p>
        </p:txBody>
      </p:sp>
      <p:pic>
        <p:nvPicPr>
          <p:cNvPr id="11" name="Screenshot" descr="Schritt 14: Auch bei Irina erledig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606040"/>
            <a:ext cx="1894808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5544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14B8A6"/>
                </a:solidFill>
              </a:rPr>
              <a:t>04</a:t>
            </a: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83464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Rückblick &amp; Auswertung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99F6E4"/>
                </a:solidFill>
              </a:rPr>
              <a:t>Kalender, Raster und Statistik zeigen, wie gut ihr dranbleibt</a:t>
            </a:r>
            <a:endParaRPr lang="en-US" sz="2000" dirty="0"/>
          </a:p>
        </p:txBody>
      </p:sp>
      <p:pic>
        <p:nvPicPr>
          <p:cNvPr id="5" name="Screenshot" descr="Rückblick &amp; Auswertu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685800"/>
            <a:ext cx="2842211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302B"/>
                </a:solidFill>
              </a:rPr>
              <a:t>Kalender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F5F56"/>
                </a:solidFill>
              </a:rPr>
              <a:t>Je kräftiger das Grün, desto mehr war an dem Tag erledigt</a:t>
            </a:r>
            <a:endParaRPr lang="en-US" sz="1700" dirty="0"/>
          </a:p>
        </p:txBody>
      </p:sp>
      <p:sp>
        <p:nvSpPr>
          <p:cNvPr id="4" name="Chip"/>
          <p:cNvSpPr/>
          <p:nvPr/>
        </p:nvSpPr>
        <p:spPr>
          <a:xfrm>
            <a:off x="548640" y="178308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02B"/>
                </a:solidFill>
              </a:rPr>
              <a:t>Tag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302B"/>
                </a:solidFill>
              </a:rPr>
              <a:t>Liste eines Tages, abhakbar</a:t>
            </a:r>
            <a:endParaRPr lang="en-US" sz="1400" dirty="0"/>
          </a:p>
        </p:txBody>
      </p:sp>
      <p:sp>
        <p:nvSpPr>
          <p:cNvPr id="7" name="Chip"/>
          <p:cNvSpPr/>
          <p:nvPr/>
        </p:nvSpPr>
        <p:spPr>
          <a:xfrm>
            <a:off x="548640" y="2441448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414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02B"/>
                </a:solidFill>
              </a:rPr>
              <a:t>Woche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2441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302B"/>
                </a:solidFill>
              </a:rPr>
              <a:t>Routinen × 7 Tage</a:t>
            </a:r>
            <a:endParaRPr lang="en-US" sz="1400" dirty="0"/>
          </a:p>
        </p:txBody>
      </p:sp>
      <p:sp>
        <p:nvSpPr>
          <p:cNvPr id="10" name="Chip"/>
          <p:cNvSpPr/>
          <p:nvPr/>
        </p:nvSpPr>
        <p:spPr>
          <a:xfrm>
            <a:off x="548640" y="3099816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09981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02B"/>
                </a:solidFill>
              </a:rPr>
              <a:t>Monat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30998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302B"/>
                </a:solidFill>
              </a:rPr>
              <a:t>Farbkalender mit Tagesquote</a:t>
            </a:r>
            <a:endParaRPr lang="en-US" sz="1400" dirty="0"/>
          </a:p>
        </p:txBody>
      </p:sp>
      <p:sp>
        <p:nvSpPr>
          <p:cNvPr id="13" name="Chip"/>
          <p:cNvSpPr/>
          <p:nvPr/>
        </p:nvSpPr>
        <p:spPr>
          <a:xfrm>
            <a:off x="548640" y="3758184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581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02B"/>
                </a:solidFill>
              </a:rPr>
              <a:t>Von – bis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37581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302B"/>
                </a:solidFill>
              </a:rPr>
              <a:t>eigener Zeitraum oder letzte 7, 30, 90 Tage</a:t>
            </a:r>
            <a:endParaRPr lang="en-US" sz="1400" dirty="0"/>
          </a:p>
        </p:txBody>
      </p:sp>
      <p:sp>
        <p:nvSpPr>
          <p:cNvPr id="16" name="Karte"/>
          <p:cNvSpPr/>
          <p:nvPr/>
        </p:nvSpPr>
        <p:spPr>
          <a:xfrm>
            <a:off x="548640" y="4572000"/>
            <a:ext cx="512064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17" name="Icon-Kreis"/>
          <p:cNvSpPr/>
          <p:nvPr/>
        </p:nvSpPr>
        <p:spPr>
          <a:xfrm>
            <a:off x="777240" y="480060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028" y="4936388"/>
            <a:ext cx="231343" cy="231343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463040" y="47548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Tag antippen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Öffnet die Tagesansicht. Dort kannst du nachträglich abhaken.</a:t>
            </a:r>
            <a:endParaRPr lang="en-US" sz="1700" dirty="0"/>
          </a:p>
        </p:txBody>
      </p:sp>
      <p:pic>
        <p:nvPicPr>
          <p:cNvPr id="20" name="Screenshot" descr="Kalender Mon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777240"/>
            <a:ext cx="2771156" cy="5349240"/>
          </a:xfrm>
          <a:prstGeom prst="rect">
            <a:avLst/>
          </a:prstGeom>
        </p:spPr>
      </p:pic>
      <p:pic>
        <p:nvPicPr>
          <p:cNvPr id="21" name="Screenshot" descr="Kalender Woch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777240"/>
            <a:ext cx="2771156" cy="5349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302B"/>
                </a:solidFill>
              </a:rPr>
              <a:t>Raster: alle Routinen, alle Tage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F5F56"/>
                </a:solidFill>
              </a:rPr>
              <a:t>Ideal, um einen ganzen Monat nachzutragen</a:t>
            </a:r>
            <a:endParaRPr lang="en-US" sz="1700" dirty="0"/>
          </a:p>
        </p:txBody>
      </p:sp>
      <p:sp>
        <p:nvSpPr>
          <p:cNvPr id="4" name="Icon-Kreis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1931213"/>
            <a:ext cx="252374" cy="2523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78308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Zeilen = Routinen, Spalten = Tage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Jedes Kästchen lässt sich antippen und abhaken. Hinter jeder Routine steht ihre Quote.</a:t>
            </a:r>
            <a:endParaRPr lang="en-US" sz="1700" dirty="0"/>
          </a:p>
        </p:txBody>
      </p:sp>
      <p:sp>
        <p:nvSpPr>
          <p:cNvPr id="7" name="Icon-Kreis"/>
          <p:cNvSpPr/>
          <p:nvPr/>
        </p:nvSpPr>
        <p:spPr>
          <a:xfrm>
            <a:off x="548640" y="29260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3" y="3074213"/>
            <a:ext cx="252374" cy="25237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92608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Seitlich wischen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Bei Monat und längeren Zeiträumen wischst du nach links zu früheren Tagen.</a:t>
            </a:r>
            <a:endParaRPr lang="en-US" sz="1700" dirty="0"/>
          </a:p>
        </p:txBody>
      </p:sp>
      <p:sp>
        <p:nvSpPr>
          <p:cNvPr id="10" name="Icon-Kreis"/>
          <p:cNvSpPr/>
          <p:nvPr/>
        </p:nvSpPr>
        <p:spPr>
          <a:xfrm>
            <a:off x="548640" y="40690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4217213"/>
            <a:ext cx="252374" cy="25237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0160" y="406908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Tagesquote unten, Gesamtquote oben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Kleine Balken zeigen jeden Tag, oben rechts steht der Wert für den Zeitraum.</a:t>
            </a:r>
            <a:endParaRPr lang="en-US" sz="1700" dirty="0"/>
          </a:p>
        </p:txBody>
      </p:sp>
      <p:pic>
        <p:nvPicPr>
          <p:cNvPr id="13" name="Screenshot" descr="Raster Mona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685800"/>
            <a:ext cx="2842211" cy="5486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302B"/>
                </a:solidFill>
              </a:rPr>
              <a:t>Statistik: Simon und Irina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F5F56"/>
                </a:solidFill>
              </a:rPr>
              <a:t>Für die letzten 7, 30 oder 90 Tage</a:t>
            </a:r>
            <a:endParaRPr lang="en-US" sz="1700" dirty="0"/>
          </a:p>
        </p:txBody>
      </p:sp>
      <p:sp>
        <p:nvSpPr>
          <p:cNvPr id="4" name="Icon-Kreis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428" y="1873148"/>
            <a:ext cx="231343" cy="231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70078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0302B"/>
                </a:solidFill>
              </a:rPr>
              <a:t>Duell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Wer vorne liegt, bekommt die Krone</a:t>
            </a:r>
            <a:endParaRPr lang="en-US" sz="1600" dirty="0"/>
          </a:p>
        </p:txBody>
      </p:sp>
      <p:sp>
        <p:nvSpPr>
          <p:cNvPr id="7" name="Icon-Kreis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28" y="2741828"/>
            <a:ext cx="231343" cy="23134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56946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0302B"/>
                </a:solidFill>
              </a:rPr>
              <a:t>Perfekte Tage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Anzahl, aktuelle und beste Serie</a:t>
            </a:r>
            <a:endParaRPr lang="en-US" sz="1600" dirty="0"/>
          </a:p>
        </p:txBody>
      </p:sp>
      <p:sp>
        <p:nvSpPr>
          <p:cNvPr id="10" name="Icon-Kreis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3610508"/>
            <a:ext cx="231343" cy="23134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343814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0302B"/>
                </a:solidFill>
              </a:rPr>
              <a:t>Verlauf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Je Woche und nach Wochentag</a:t>
            </a:r>
            <a:endParaRPr lang="en-US" sz="1600" dirty="0"/>
          </a:p>
        </p:txBody>
      </p:sp>
      <p:sp>
        <p:nvSpPr>
          <p:cNvPr id="13" name="Icon-Kreis"/>
          <p:cNvSpPr/>
          <p:nvPr/>
        </p:nvSpPr>
        <p:spPr>
          <a:xfrm>
            <a:off x="548640" y="434340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28" y="4479188"/>
            <a:ext cx="231343" cy="23134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34440" y="430682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0302B"/>
                </a:solidFill>
              </a:rPr>
              <a:t>Nach Bereich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Quote je Lebensbereich</a:t>
            </a:r>
            <a:endParaRPr lang="en-US" sz="1600" dirty="0"/>
          </a:p>
        </p:txBody>
      </p:sp>
      <p:sp>
        <p:nvSpPr>
          <p:cNvPr id="16" name="Icon-Kreis"/>
          <p:cNvSpPr/>
          <p:nvPr/>
        </p:nvSpPr>
        <p:spPr>
          <a:xfrm>
            <a:off x="548640" y="521208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428" y="5347868"/>
            <a:ext cx="231343" cy="231343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34440" y="517550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0302B"/>
                </a:solidFill>
              </a:rPr>
              <a:t>Je Routine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Oben die Routinen, die am häufigsten liegen bleiben</a:t>
            </a:r>
            <a:endParaRPr lang="en-US" sz="1600" dirty="0"/>
          </a:p>
        </p:txBody>
      </p:sp>
      <p:pic>
        <p:nvPicPr>
          <p:cNvPr id="19" name="Screenshot" descr="Statistik obe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777240"/>
            <a:ext cx="2771156" cy="5349240"/>
          </a:xfrm>
          <a:prstGeom prst="rect">
            <a:avLst/>
          </a:prstGeom>
        </p:spPr>
      </p:pic>
      <p:pic>
        <p:nvPicPr>
          <p:cNvPr id="20" name="Screenshot" descr="Statistik nach Bereich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9720" y="777240"/>
            <a:ext cx="2771156" cy="5349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5544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14B8A6"/>
                </a:solidFill>
              </a:rPr>
              <a:t>05</a:t>
            </a: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83464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Verwalten &amp; Einstellungen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99F6E4"/>
                </a:solidFill>
              </a:rPr>
              <a:t>Bereiche, Archiv, Änderungen und alles unter „Mehr“</a:t>
            </a:r>
            <a:endParaRPr lang="en-US" sz="2000" dirty="0"/>
          </a:p>
        </p:txBody>
      </p:sp>
      <p:pic>
        <p:nvPicPr>
          <p:cNvPr id="5" name="Screenshot" descr="Verwalten &amp; Einstellung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685800"/>
            <a:ext cx="2842211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302B"/>
                </a:solidFill>
              </a:rPr>
              <a:t>Routinen und Bereiche verwalten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F5F56"/>
                </a:solidFill>
              </a:rPr>
              <a:t>Im Tab „Routinen“, geordnet nach Bereichen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78308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Bearbeiten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Routine antippen, ändern, „Speichern“.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01752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Bereiche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Oben rechts: anlegen, umbenennen, Symbol per Antippen wechseln, entfernen. Ihre Routinen wandern dann zu „Sonstiges“.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42519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Ausgegraut?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Diese Routine gehört der anderen Person. Nur sie kann sie ändern.</a:t>
            </a:r>
            <a:endParaRPr lang="en-US" sz="1700" dirty="0"/>
          </a:p>
        </p:txBody>
      </p:sp>
      <p:sp>
        <p:nvSpPr>
          <p:cNvPr id="7" name="Icon-Kreis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1931213"/>
            <a:ext cx="252374" cy="252374"/>
          </a:xfrm>
          <a:prstGeom prst="rect">
            <a:avLst/>
          </a:prstGeom>
        </p:spPr>
      </p:pic>
      <p:sp>
        <p:nvSpPr>
          <p:cNvPr id="9" name="Icon-Kreis"/>
          <p:cNvSpPr/>
          <p:nvPr/>
        </p:nvSpPr>
        <p:spPr>
          <a:xfrm>
            <a:off x="548640" y="301752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3" y="3165653"/>
            <a:ext cx="252374" cy="252374"/>
          </a:xfrm>
          <a:prstGeom prst="rect">
            <a:avLst/>
          </a:prstGeom>
        </p:spPr>
      </p:pic>
      <p:sp>
        <p:nvSpPr>
          <p:cNvPr id="11" name="Icon-Kreis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4400093"/>
            <a:ext cx="252374" cy="252374"/>
          </a:xfrm>
          <a:prstGeom prst="rect">
            <a:avLst/>
          </a:prstGeom>
        </p:spPr>
      </p:pic>
      <p:pic>
        <p:nvPicPr>
          <p:cNvPr id="13" name="Screenshot" descr="Routinen nach Bereich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777240"/>
            <a:ext cx="2771156" cy="5349240"/>
          </a:xfrm>
          <a:prstGeom prst="rect">
            <a:avLst/>
          </a:prstGeom>
        </p:spPr>
      </p:pic>
      <p:pic>
        <p:nvPicPr>
          <p:cNvPr id="14" name="Screenshot" descr="Bereiche verwalte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777240"/>
            <a:ext cx="2771156" cy="5349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302B"/>
                </a:solidFill>
              </a:rPr>
              <a:t>Archiv und Änderungen ab heute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F5F56"/>
                </a:solidFill>
              </a:rPr>
              <a:t>Die Vergangenheit bleibt, wie sie war</a:t>
            </a:r>
            <a:endParaRPr lang="en-US" sz="1700" dirty="0"/>
          </a:p>
        </p:txBody>
      </p:sp>
      <p:sp>
        <p:nvSpPr>
          <p:cNvPr id="4" name="Icon-Kreis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1931213"/>
            <a:ext cx="252374" cy="2523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78308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Archivieren statt Löschen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Im Formular unten „Routine archivieren“. Ab heute ausgeblendet, vergangene Tage zählen weiter.</a:t>
            </a:r>
            <a:endParaRPr lang="en-US" sz="1700" dirty="0"/>
          </a:p>
        </p:txBody>
      </p:sp>
      <p:sp>
        <p:nvSpPr>
          <p:cNvPr id="7" name="Icon-Kreis"/>
          <p:cNvSpPr/>
          <p:nvPr/>
        </p:nvSpPr>
        <p:spPr>
          <a:xfrm>
            <a:off x="548640" y="301752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3" y="3165653"/>
            <a:ext cx="252374" cy="25237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301752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Archiv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Ganz unten in „Routinen“: Wiederherstellen oder endgültig löschen.</a:t>
            </a:r>
            <a:endParaRPr lang="en-US" sz="1700" dirty="0"/>
          </a:p>
        </p:txBody>
      </p:sp>
      <p:sp>
        <p:nvSpPr>
          <p:cNvPr id="10" name="Icon-Kreis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4400093"/>
            <a:ext cx="252374" cy="25237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0160" y="42519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Änderung gilt ab heute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Neue Wiederholung oder Person? Vergangene Tage bleiben so gewertet, wie sie geplant waren.</a:t>
            </a:r>
            <a:endParaRPr lang="en-US" sz="1700" dirty="0"/>
          </a:p>
        </p:txBody>
      </p:sp>
      <p:pic>
        <p:nvPicPr>
          <p:cNvPr id="13" name="Screenshot" descr="Archiv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777240"/>
            <a:ext cx="2771156" cy="5349240"/>
          </a:xfrm>
          <a:prstGeom prst="rect">
            <a:avLst/>
          </a:prstGeom>
        </p:spPr>
      </p:pic>
      <p:pic>
        <p:nvPicPr>
          <p:cNvPr id="14" name="Screenshot" descr="Hinweis im Formul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777240"/>
            <a:ext cx="2771156" cy="5349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302B"/>
                </a:solidFill>
              </a:rPr>
              <a:t>Mehr: deine Einstellungen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F5F56"/>
                </a:solidFill>
              </a:rPr>
              <a:t>Alles, was man selten braucht, aber wissen sollte</a:t>
            </a:r>
            <a:endParaRPr lang="en-US" sz="1700" dirty="0"/>
          </a:p>
        </p:txBody>
      </p:sp>
      <p:sp>
        <p:nvSpPr>
          <p:cNvPr id="4" name="Chip"/>
          <p:cNvSpPr/>
          <p:nvPr/>
        </p:nvSpPr>
        <p:spPr>
          <a:xfrm>
            <a:off x="548640" y="178308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02B"/>
                </a:solidFill>
              </a:rPr>
              <a:t>Namen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302B"/>
                </a:solidFill>
              </a:rPr>
              <a:t>Die Namen der beiden Personen</a:t>
            </a:r>
            <a:endParaRPr lang="en-US" sz="1400" dirty="0"/>
          </a:p>
        </p:txBody>
      </p:sp>
      <p:sp>
        <p:nvSpPr>
          <p:cNvPr id="7" name="Chip"/>
          <p:cNvSpPr/>
          <p:nvPr/>
        </p:nvSpPr>
        <p:spPr>
          <a:xfrm>
            <a:off x="548640" y="262432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24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02B"/>
                </a:solidFill>
              </a:rPr>
              <a:t>Darstellung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5328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302B"/>
                </a:solidFill>
              </a:rPr>
              <a:t>Automatisch, Hell oder Dunkel</a:t>
            </a:r>
            <a:endParaRPr lang="en-US" sz="1400" dirty="0"/>
          </a:p>
        </p:txBody>
      </p:sp>
      <p:sp>
        <p:nvSpPr>
          <p:cNvPr id="10" name="Chip"/>
          <p:cNvSpPr/>
          <p:nvPr/>
        </p:nvSpPr>
        <p:spPr>
          <a:xfrm>
            <a:off x="548640" y="3465576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6557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02B"/>
                </a:solidFill>
              </a:rPr>
              <a:t>Ich bin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33741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302B"/>
                </a:solidFill>
              </a:rPr>
              <a:t>Zu welcher Person dieses Konto gehört</a:t>
            </a:r>
            <a:endParaRPr lang="en-US" sz="1400" dirty="0"/>
          </a:p>
        </p:txBody>
      </p:sp>
      <p:sp>
        <p:nvSpPr>
          <p:cNvPr id="13" name="Chip"/>
          <p:cNvSpPr/>
          <p:nvPr/>
        </p:nvSpPr>
        <p:spPr>
          <a:xfrm>
            <a:off x="548640" y="4306824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06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02B"/>
                </a:solidFill>
              </a:rPr>
              <a:t>Haushalt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421538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302B"/>
                </a:solidFill>
              </a:rPr>
              <a:t>Code für die zweite Person, Abmelden</a:t>
            </a:r>
            <a:endParaRPr lang="en-US" sz="1400" dirty="0"/>
          </a:p>
        </p:txBody>
      </p:sp>
      <p:sp>
        <p:nvSpPr>
          <p:cNvPr id="16" name="Chip"/>
          <p:cNvSpPr/>
          <p:nvPr/>
        </p:nvSpPr>
        <p:spPr>
          <a:xfrm>
            <a:off x="548640" y="5148072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1480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02B"/>
                </a:solidFill>
              </a:rPr>
              <a:t>Daten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194560" y="50566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302B"/>
                </a:solidFill>
              </a:rPr>
              <a:t>Export als Sicherung, Import zum Wiederherstellen</a:t>
            </a:r>
            <a:endParaRPr lang="en-US" sz="1400" dirty="0"/>
          </a:p>
        </p:txBody>
      </p:sp>
      <p:pic>
        <p:nvPicPr>
          <p:cNvPr id="19" name="Screenshot" descr="Mehr ob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777240"/>
            <a:ext cx="2771156" cy="5349240"/>
          </a:xfrm>
          <a:prstGeom prst="rect">
            <a:avLst/>
          </a:prstGeom>
        </p:spPr>
      </p:pic>
      <p:pic>
        <p:nvPicPr>
          <p:cNvPr id="20" name="Screenshot" descr="Mehr mit Haushalt und Dat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777240"/>
            <a:ext cx="2771156" cy="5349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302B"/>
                </a:solidFill>
              </a:rPr>
              <a:t>Was ist neu? Die Version im Blick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F5F56"/>
                </a:solidFill>
              </a:rPr>
              <a:t>Nach einem Update und unter Mehr → Über SuperDaily</a:t>
            </a:r>
            <a:endParaRPr lang="en-US" sz="1700" dirty="0"/>
          </a:p>
        </p:txBody>
      </p:sp>
      <p:sp>
        <p:nvSpPr>
          <p:cNvPr id="4" name="Icon-Kreis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1931213"/>
            <a:ext cx="252374" cy="2523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78308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„Neu in Version …“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Nach einem Update einmal oben auf „Heute“. „Mehr“ öffnet die Details, das X blendet den Hinweis aus.</a:t>
            </a:r>
            <a:endParaRPr lang="en-US" sz="1700" dirty="0"/>
          </a:p>
        </p:txBody>
      </p:sp>
      <p:sp>
        <p:nvSpPr>
          <p:cNvPr id="7" name="Icon-Kreis"/>
          <p:cNvSpPr/>
          <p:nvPr/>
        </p:nvSpPr>
        <p:spPr>
          <a:xfrm>
            <a:off x="548640" y="31546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3" y="3302813"/>
            <a:ext cx="252374" cy="25237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315468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Über SuperDaily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Ganz unten unter „Mehr“: aktuelle Version (jetzt 5), was neu ist, und alle früheren Versionen.</a:t>
            </a:r>
            <a:endParaRPr lang="en-US" sz="1700" dirty="0"/>
          </a:p>
        </p:txBody>
      </p:sp>
      <p:pic>
        <p:nvPicPr>
          <p:cNvPr id="10" name="Screenshot" descr="Hinweis nach Upda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777240"/>
            <a:ext cx="2771156" cy="5349240"/>
          </a:xfrm>
          <a:prstGeom prst="rect">
            <a:avLst/>
          </a:prstGeom>
        </p:spPr>
      </p:pic>
      <p:pic>
        <p:nvPicPr>
          <p:cNvPr id="11" name="Screenshot" descr="Frühere Version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777240"/>
            <a:ext cx="2771156" cy="5349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Auch im Dunkeln schön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99F6E4"/>
                </a:solidFill>
              </a:rPr>
              <a:t>Mehr → Darstellung</a:t>
            </a:r>
            <a:endParaRPr lang="en-US" sz="1700" dirty="0"/>
          </a:p>
        </p:txBody>
      </p:sp>
      <p:sp>
        <p:nvSpPr>
          <p:cNvPr id="4" name="Icon-Kreis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711" y="1936151"/>
            <a:ext cx="260787" cy="26078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7830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</a:rPr>
              <a:t>Automatisch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99F6E4"/>
                </a:solidFill>
              </a:rPr>
              <a:t>folgt der Einstellung deines Handys.</a:t>
            </a:r>
            <a:endParaRPr lang="en-US" sz="1700" dirty="0"/>
          </a:p>
        </p:txBody>
      </p:sp>
      <p:sp>
        <p:nvSpPr>
          <p:cNvPr id="7" name="Icon-Kreis"/>
          <p:cNvSpPr/>
          <p:nvPr/>
        </p:nvSpPr>
        <p:spPr>
          <a:xfrm>
            <a:off x="548640" y="2926080"/>
            <a:ext cx="566928" cy="5669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11" y="3079151"/>
            <a:ext cx="260787" cy="26078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9260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</a:rPr>
              <a:t>Hell oder Dunkel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99F6E4"/>
                </a:solidFill>
              </a:rPr>
              <a:t>legt die Darstellung fest, egal was das Handy sagt.</a:t>
            </a:r>
            <a:endParaRPr lang="en-US" sz="1700" dirty="0"/>
          </a:p>
        </p:txBody>
      </p:sp>
      <p:pic>
        <p:nvPicPr>
          <p:cNvPr id="10" name="Screenshot" descr="Heute dunk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777240"/>
            <a:ext cx="2771156" cy="5349240"/>
          </a:xfrm>
          <a:prstGeom prst="rect">
            <a:avLst/>
          </a:prstGeom>
        </p:spPr>
      </p:pic>
      <p:pic>
        <p:nvPicPr>
          <p:cNvPr id="11" name="Screenshot" descr="Statistik dunke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777240"/>
            <a:ext cx="2771156" cy="5349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9F6E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302B"/>
                </a:solidFill>
              </a:rPr>
              <a:t>Tipps und Hilfe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F5F56"/>
                </a:solidFill>
              </a:rPr>
              <a:t>Wenn mal etwas nicht so läuft wie gedacht</a:t>
            </a:r>
            <a:endParaRPr lang="en-US" sz="1700" dirty="0"/>
          </a:p>
        </p:txBody>
      </p:sp>
      <p:sp>
        <p:nvSpPr>
          <p:cNvPr id="4" name="Karte"/>
          <p:cNvSpPr/>
          <p:nvPr/>
        </p:nvSpPr>
        <p:spPr>
          <a:xfrm>
            <a:off x="548640" y="1783080"/>
            <a:ext cx="5440680" cy="128016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5" name="Icon-Kreis"/>
          <p:cNvSpPr/>
          <p:nvPr/>
        </p:nvSpPr>
        <p:spPr>
          <a:xfrm>
            <a:off x="822960" y="2130552"/>
            <a:ext cx="566928" cy="5669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031" y="2283623"/>
            <a:ext cx="260787" cy="2607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6596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Neue Version kommt nicht an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App schließen und neu öffnen, notfalls ein zweites Mal</a:t>
            </a:r>
            <a:endParaRPr lang="en-US" sz="1700" dirty="0"/>
          </a:p>
        </p:txBody>
      </p:sp>
      <p:sp>
        <p:nvSpPr>
          <p:cNvPr id="8" name="Karte"/>
          <p:cNvSpPr/>
          <p:nvPr/>
        </p:nvSpPr>
        <p:spPr>
          <a:xfrm>
            <a:off x="6172200" y="1783080"/>
            <a:ext cx="5440680" cy="128016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9" name="Icon-Kreis"/>
          <p:cNvSpPr/>
          <p:nvPr/>
        </p:nvSpPr>
        <p:spPr>
          <a:xfrm>
            <a:off x="6446520" y="2130552"/>
            <a:ext cx="566928" cy="5669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591" y="2283623"/>
            <a:ext cx="260787" cy="26078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196596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Regelmäßig sichern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Mehr → Export speichert alles als JSON-Datei</a:t>
            </a:r>
            <a:endParaRPr lang="en-US" sz="1700" dirty="0"/>
          </a:p>
        </p:txBody>
      </p:sp>
      <p:sp>
        <p:nvSpPr>
          <p:cNvPr id="12" name="Karte"/>
          <p:cNvSpPr/>
          <p:nvPr/>
        </p:nvSpPr>
        <p:spPr>
          <a:xfrm>
            <a:off x="548640" y="3246120"/>
            <a:ext cx="5440680" cy="128016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13" name="Icon-Kreis"/>
          <p:cNvSpPr/>
          <p:nvPr/>
        </p:nvSpPr>
        <p:spPr>
          <a:xfrm>
            <a:off x="822960" y="3593592"/>
            <a:ext cx="566928" cy="5669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31" y="3746663"/>
            <a:ext cx="260787" cy="26078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00200" y="342900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Import mit Vorsicht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Ersetzt Routinen und Haken. Mit Sync nur eure eigenen und gemeinsamen</a:t>
            </a:r>
            <a:endParaRPr lang="en-US" sz="1700" dirty="0"/>
          </a:p>
        </p:txBody>
      </p:sp>
      <p:sp>
        <p:nvSpPr>
          <p:cNvPr id="16" name="Karte"/>
          <p:cNvSpPr/>
          <p:nvPr/>
        </p:nvSpPr>
        <p:spPr>
          <a:xfrm>
            <a:off x="6172200" y="3246120"/>
            <a:ext cx="5440680" cy="128016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17" name="Icon-Kreis"/>
          <p:cNvSpPr/>
          <p:nvPr/>
        </p:nvSpPr>
        <p:spPr>
          <a:xfrm>
            <a:off x="6446520" y="3593592"/>
            <a:ext cx="566928" cy="5669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591" y="3746663"/>
            <a:ext cx="260787" cy="26078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23760" y="342900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Passwort vergessen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Beim Anmelden antippen, der Link kommt per E-Mail</a:t>
            </a:r>
            <a:endParaRPr lang="en-US" sz="1700" dirty="0"/>
          </a:p>
        </p:txBody>
      </p:sp>
      <p:sp>
        <p:nvSpPr>
          <p:cNvPr id="20" name="Karte"/>
          <p:cNvSpPr/>
          <p:nvPr/>
        </p:nvSpPr>
        <p:spPr>
          <a:xfrm>
            <a:off x="548640" y="4709160"/>
            <a:ext cx="5440680" cy="128016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21" name="Icon-Kreis"/>
          <p:cNvSpPr/>
          <p:nvPr/>
        </p:nvSpPr>
        <p:spPr>
          <a:xfrm>
            <a:off x="822960" y="5056632"/>
            <a:ext cx="566928" cy="5669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2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031" y="5209703"/>
            <a:ext cx="260787" cy="26078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00200" y="48920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Nachtragen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Bis zu ein Jahr zurück in Kalender oder Raster</a:t>
            </a:r>
            <a:endParaRPr lang="en-US" sz="1700" dirty="0"/>
          </a:p>
        </p:txBody>
      </p:sp>
      <p:sp>
        <p:nvSpPr>
          <p:cNvPr id="24" name="Karte"/>
          <p:cNvSpPr/>
          <p:nvPr/>
        </p:nvSpPr>
        <p:spPr>
          <a:xfrm>
            <a:off x="6172200" y="4709160"/>
            <a:ext cx="5440680" cy="128016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25" name="Icon-Kreis"/>
          <p:cNvSpPr/>
          <p:nvPr/>
        </p:nvSpPr>
        <p:spPr>
          <a:xfrm>
            <a:off x="6446520" y="5056632"/>
            <a:ext cx="566928" cy="5669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6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9591" y="5209703"/>
            <a:ext cx="260787" cy="26078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223760" y="48920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Immer synchron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3625E"/>
                </a:solidFill>
              </a:rPr>
              <a:t>Was einer abhakt, sieht die andere Person sofort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Viel Spaß beim Abhaken!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99F6E4"/>
                </a:solidFill>
              </a:rPr>
              <a:t>Heute abhaken · im Kalender zurückblicken · in der Statistik vergleichen</a:t>
            </a:r>
            <a:endParaRPr lang="en-US" sz="2000" dirty="0"/>
          </a:p>
        </p:txBody>
      </p:sp>
      <p:sp>
        <p:nvSpPr>
          <p:cNvPr id="4" name="Icon-Kreis"/>
          <p:cNvSpPr/>
          <p:nvPr/>
        </p:nvSpPr>
        <p:spPr>
          <a:xfrm>
            <a:off x="731520" y="1234440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342" y="1407262"/>
            <a:ext cx="294437" cy="294437"/>
          </a:xfrm>
          <a:prstGeom prst="rect">
            <a:avLst/>
          </a:prstGeom>
        </p:spPr>
      </p:pic>
      <p:pic>
        <p:nvPicPr>
          <p:cNvPr id="6" name="Screenshot" descr="Kachel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685800"/>
            <a:ext cx="2842211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SuperDaily – Anleitung (Version 5)</dc:title>
  <dc:subject>PptxGenJS Presentation</dc:subject>
  <dc:creator>SuperDaily</dc:creator>
  <cp:lastModifiedBy>SuperDaily</cp:lastModifiedBy>
  <cp:revision>1</cp:revision>
  <dcterms:created xsi:type="dcterms:W3CDTF">2026-10-26T07:11:03Z</dcterms:created>
  <dcterms:modified xsi:type="dcterms:W3CDTF">2026-10-26T07:11:03Z</dcterms:modified>
</cp:coreProperties>
</file>