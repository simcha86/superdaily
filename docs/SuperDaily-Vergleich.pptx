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Überblick" id="{88b49d21-8b3d-029a-6753-a025b45145b1}">
          <p14:sldIdLst>
            <p14:sldId id="256"/>
            <p14:sldId id="257"/>
          </p14:sldIdLst>
        </p14:section>
        <p14:section name="Screens" id="{7329f19d-dc92-a994-8268-8c4e93a0b52b}">
          <p14:sldIdLst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10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Titel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9F6E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Untertitel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10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14B8A6"/>
                </a:solidFill>
              </a:defRPr>
            </a:lvl1pPr>
          </a:lstStyle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3464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Kapitel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9F6E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Beschreibung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5E"/>
                </a:solidFill>
              </a:rPr>
              <a:t>SuperDaily · Vergleich Version 4 → 5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0302B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Titel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0F5F56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Untertitel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UNKEL">
    <p:bg>
      <p:bgPr>
        <a:solidFill>
          <a:srgbClr val="10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5852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Titel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97280"/>
            <a:ext cx="5852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99F6E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99F6E4"/>
                </a:solidFill>
              </a:rPr>
              <a:t>Untertitel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9F6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IT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25E"/>
                </a:solidFill>
              </a:rPr>
              <a:t>SuperDaily · Vergleich Version 4 → 5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0302B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0302B"/>
                </a:solidFill>
              </a:rPr>
              <a:t>Titel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Was ist neu in Version 5?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SuperDaily: Version 4 und 5 im Vergleich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Die App zeigt ihre Versionsnummer und erzählt nach einem Update, was neu ist.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26. Oktober 2026 · Commit d0a7357 → 9178df8</a:t>
            </a:r>
            <a:endParaRPr lang="en-US" sz="2000" dirty="0"/>
          </a:p>
        </p:txBody>
      </p:sp>
      <p:sp>
        <p:nvSpPr>
          <p:cNvPr id="4" name="Icon-Kreis"/>
          <p:cNvSpPr/>
          <p:nvPr/>
        </p:nvSpPr>
        <p:spPr>
          <a:xfrm>
            <a:off x="731520" y="105156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224382"/>
            <a:ext cx="294437" cy="294437"/>
          </a:xfrm>
          <a:prstGeom prst="rect">
            <a:avLst/>
          </a:prstGeom>
        </p:spPr>
      </p:pic>
      <p:pic>
        <p:nvPicPr>
          <p:cNvPr id="6" name="Screenshot" descr="Heute · Neu in Ver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Neu in Version 5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Aus dem Änderungsprotokoll der App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6766560" cy="59436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685800" y="187452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1985620"/>
            <a:ext cx="189281" cy="1892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8308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302B"/>
                </a:solidFill>
              </a:rPr>
              <a:t>Versionsnummer und „Neu in dieser Version“ unter Mehr</a:t>
            </a:r>
            <a:endParaRPr lang="en-US" sz="1500" dirty="0"/>
          </a:p>
        </p:txBody>
      </p:sp>
      <p:sp>
        <p:nvSpPr>
          <p:cNvPr id="8" name="Karte"/>
          <p:cNvSpPr/>
          <p:nvPr/>
        </p:nvSpPr>
        <p:spPr>
          <a:xfrm>
            <a:off x="548640" y="2514600"/>
            <a:ext cx="6766560" cy="59436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9" name="Icon-Kreis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2717140"/>
            <a:ext cx="189281" cy="18928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51460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302B"/>
                </a:solidFill>
              </a:rPr>
              <a:t>Einmaliger Hinweis nach einem Update</a:t>
            </a:r>
            <a:endParaRPr lang="en-US" sz="1500" dirty="0"/>
          </a:p>
        </p:txBody>
      </p:sp>
      <p:sp>
        <p:nvSpPr>
          <p:cNvPr id="12" name="Karte"/>
          <p:cNvSpPr/>
          <p:nvPr/>
        </p:nvSpPr>
        <p:spPr>
          <a:xfrm>
            <a:off x="7680960" y="1783080"/>
            <a:ext cx="39776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95528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F56"/>
                </a:solidFill>
              </a:rPr>
              <a:t>In der App sichtbar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73252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Screens verändert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294436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4CC16"/>
                </a:solidFill>
              </a:rPr>
              <a:t>0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873252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Screens neu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955280" y="341985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34198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Screens entfallen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955280" y="38953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3625E"/>
                </a:solidFill>
              </a:rPr>
              <a:t>35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8732520" y="38953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02B"/>
                </a:solidFill>
              </a:rPr>
              <a:t>Screens unverändert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47091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3625E"/>
                </a:solidFill>
              </a:rPr>
              <a:t>Verglichen werden alle Screens mit denselben Beispieldaten.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Heute · Neu in Version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Heute · Einmaliger Hinweis nach einem Update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14746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116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302B"/>
                </a:solidFill>
              </a:rPr>
              <a:t>Neu: Nach einem Update erscheint auf „Heute“ einmalig „Neu in Version 5“. „Mehr“ öffnet die Details, das X blendet den Hinweis aus.</a:t>
            </a:r>
            <a:endParaRPr lang="en-US" sz="1600" dirty="0"/>
          </a:p>
        </p:txBody>
      </p:sp>
      <p:pic>
        <p:nvPicPr>
          <p:cNvPr id="8" name="Screenshot" descr="Heute · Neu in Version in Version 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2771156" cy="5349240"/>
          </a:xfrm>
          <a:prstGeom prst="rect">
            <a:avLst/>
          </a:prstGeom>
        </p:spPr>
      </p:pic>
      <p:sp>
        <p:nvSpPr>
          <p:cNvPr id="9" name="Chip"/>
          <p:cNvSpPr/>
          <p:nvPr/>
        </p:nvSpPr>
        <p:spPr>
          <a:xfrm>
            <a:off x="7009138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3625E"/>
          </a:solidFill>
          <a:ln w="12700">
            <a:solidFill>
              <a:srgbClr val="53625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09138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 4</a:t>
            </a:r>
            <a:endParaRPr lang="en-US" sz="1400" dirty="0"/>
          </a:p>
        </p:txBody>
      </p:sp>
      <p:pic>
        <p:nvPicPr>
          <p:cNvPr id="11" name="Screenshot" descr="Heute · Neu in Version in Version 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868680"/>
            <a:ext cx="2771156" cy="5349240"/>
          </a:xfrm>
          <a:prstGeom prst="rect">
            <a:avLst/>
          </a:prstGeom>
        </p:spPr>
      </p:pic>
      <p:sp>
        <p:nvSpPr>
          <p:cNvPr id="12" name="Chip"/>
          <p:cNvSpPr/>
          <p:nvPr/>
        </p:nvSpPr>
        <p:spPr>
          <a:xfrm>
            <a:off x="9798058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798058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Mehr · Haushalt &amp; Daten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Mehr · Code, Abmelden, Export, Import, Über SuperDaily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14746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116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302B"/>
                </a:solidFill>
              </a:rPr>
              <a:t>Neu: Ganz unten unter „Mehr“ steht die Karte „Über SuperDaily“ mit Versionsnummer und Datum.</a:t>
            </a:r>
            <a:endParaRPr lang="en-US" sz="1600" dirty="0"/>
          </a:p>
        </p:txBody>
      </p:sp>
      <p:pic>
        <p:nvPicPr>
          <p:cNvPr id="8" name="Screenshot" descr="Mehr · Haushalt &amp; Daten in Version 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2771156" cy="5349240"/>
          </a:xfrm>
          <a:prstGeom prst="rect">
            <a:avLst/>
          </a:prstGeom>
        </p:spPr>
      </p:pic>
      <p:sp>
        <p:nvSpPr>
          <p:cNvPr id="9" name="Chip"/>
          <p:cNvSpPr/>
          <p:nvPr/>
        </p:nvSpPr>
        <p:spPr>
          <a:xfrm>
            <a:off x="7009138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3625E"/>
          </a:solidFill>
          <a:ln w="12700">
            <a:solidFill>
              <a:srgbClr val="53625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09138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 4</a:t>
            </a:r>
            <a:endParaRPr lang="en-US" sz="1400" dirty="0"/>
          </a:p>
        </p:txBody>
      </p:sp>
      <p:pic>
        <p:nvPicPr>
          <p:cNvPr id="11" name="Screenshot" descr="Mehr · Haushalt &amp; Daten in Version 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868680"/>
            <a:ext cx="2771156" cy="5349240"/>
          </a:xfrm>
          <a:prstGeom prst="rect">
            <a:avLst/>
          </a:prstGeom>
        </p:spPr>
      </p:pic>
      <p:sp>
        <p:nvSpPr>
          <p:cNvPr id="12" name="Chip"/>
          <p:cNvSpPr/>
          <p:nvPr/>
        </p:nvSpPr>
        <p:spPr>
          <a:xfrm>
            <a:off x="9798058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798058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Mehr · Frühere Versionen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F5F56"/>
                </a:solidFill>
              </a:rPr>
              <a:t>Mehr · Änderungsprotokoll der früheren Versionen</a:t>
            </a:r>
            <a:endParaRPr lang="en-US" sz="1700" dirty="0"/>
          </a:p>
        </p:txBody>
      </p:sp>
      <p:sp>
        <p:nvSpPr>
          <p:cNvPr id="4" name="Karte"/>
          <p:cNvSpPr/>
          <p:nvPr/>
        </p:nvSpPr>
        <p:spPr>
          <a:xfrm>
            <a:off x="548640" y="178308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0302B">
                <a:alpha val="10000"/>
              </a:srgbClr>
            </a:outerShdw>
          </a:effectLst>
        </p:spPr>
      </p:sp>
      <p:sp>
        <p:nvSpPr>
          <p:cNvPr id="5" name="Icon-Kreis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214746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116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302B"/>
                </a:solidFill>
              </a:rPr>
              <a:t>Neu: Die Karte listet, was in dieser Version neu ist, und klappt die früheren Versionen auf.</a:t>
            </a:r>
            <a:endParaRPr lang="en-US" sz="1600" dirty="0"/>
          </a:p>
        </p:txBody>
      </p:sp>
      <p:pic>
        <p:nvPicPr>
          <p:cNvPr id="8" name="Screenshot" descr="Mehr · Frühere Versionen in Version 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2771156" cy="5349240"/>
          </a:xfrm>
          <a:prstGeom prst="rect">
            <a:avLst/>
          </a:prstGeom>
        </p:spPr>
      </p:pic>
      <p:sp>
        <p:nvSpPr>
          <p:cNvPr id="9" name="Chip"/>
          <p:cNvSpPr/>
          <p:nvPr/>
        </p:nvSpPr>
        <p:spPr>
          <a:xfrm>
            <a:off x="7009138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53625E"/>
          </a:solidFill>
          <a:ln w="12700">
            <a:solidFill>
              <a:srgbClr val="53625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09138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 4</a:t>
            </a:r>
            <a:endParaRPr lang="en-US" sz="1400" dirty="0"/>
          </a:p>
        </p:txBody>
      </p:sp>
      <p:pic>
        <p:nvPicPr>
          <p:cNvPr id="11" name="Screenshot" descr="Mehr · Frühere Versionen in Version 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868680"/>
            <a:ext cx="2771156" cy="5349240"/>
          </a:xfrm>
          <a:prstGeom prst="rect">
            <a:avLst/>
          </a:prstGeom>
        </p:spPr>
      </p:pic>
      <p:sp>
        <p:nvSpPr>
          <p:cNvPr id="12" name="Chip"/>
          <p:cNvSpPr/>
          <p:nvPr/>
        </p:nvSpPr>
        <p:spPr>
          <a:xfrm>
            <a:off x="9798058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798058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Version 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302B"/>
                </a:solidFill>
              </a:rPr>
              <a:t>Was ihr für das Update tun müsst</a:t>
            </a:r>
            <a:endParaRPr lang="en-US" sz="3600" dirty="0"/>
          </a:p>
        </p:txBody>
      </p:sp>
      <p:sp>
        <p:nvSpPr>
          <p:cNvPr id="3" name="Nummer 1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764792"/>
            <a:ext cx="9921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0302B"/>
                </a:solidFill>
              </a:rPr>
              <a:t>App auf beiden Handys einmal schließen und neu öffnen, damit Version 5 geladen wird.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endParaRPr lang="en-US" sz="17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548640" y="10972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362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Version 5 ist da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9F6E4"/>
                </a:solidFill>
              </a:rPr>
              <a:t>Alle Screens, die Anleitung und die Figma-Übersicht sind auf dem Stand von Version 5.</a:t>
            </a:r>
            <a:endParaRPr lang="en-US" sz="2000" dirty="0"/>
          </a:p>
        </p:txBody>
      </p:sp>
      <p:sp>
        <p:nvSpPr>
          <p:cNvPr id="4" name="Icon-Kreis"/>
          <p:cNvSpPr/>
          <p:nvPr/>
        </p:nvSpPr>
        <p:spPr>
          <a:xfrm>
            <a:off x="731520" y="105156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1224382"/>
            <a:ext cx="294437" cy="294437"/>
          </a:xfrm>
          <a:prstGeom prst="rect">
            <a:avLst/>
          </a:prstGeom>
        </p:spPr>
      </p:pic>
      <p:pic>
        <p:nvPicPr>
          <p:cNvPr id="6" name="Screenshot" descr="Heute · Neu in Ver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85800"/>
            <a:ext cx="2842211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SuperDaily – Version 4 → 5</dc:title>
  <dc:subject>PptxGenJS Presentation</dc:subject>
  <dc:creator>SuperDaily</dc:creator>
  <cp:lastModifiedBy>SuperDaily</cp:lastModifiedBy>
  <cp:revision>1</cp:revision>
  <dcterms:created xsi:type="dcterms:W3CDTF">2026-10-26T07:11:08Z</dcterms:created>
  <dcterms:modified xsi:type="dcterms:W3CDTF">2026-10-26T07:11:08Z</dcterms:modified>
</cp:coreProperties>
</file>